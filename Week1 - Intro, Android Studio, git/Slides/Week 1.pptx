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theme/theme2.xml" ContentType="application/vnd.openxmlformats-officedocument.theme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2" r:id="rId1"/>
    <p:sldMasterId id="2147483733" r:id="rId2"/>
    <p:sldMasterId id="2147483714" r:id="rId3"/>
  </p:sldMasterIdLst>
  <p:notesMasterIdLst>
    <p:notesMasterId r:id="rId66"/>
  </p:notesMasterIdLst>
  <p:sldIdLst>
    <p:sldId id="257" r:id="rId4"/>
    <p:sldId id="333" r:id="rId5"/>
    <p:sldId id="334" r:id="rId6"/>
    <p:sldId id="272" r:id="rId7"/>
    <p:sldId id="263" r:id="rId8"/>
    <p:sldId id="260" r:id="rId9"/>
    <p:sldId id="273" r:id="rId10"/>
    <p:sldId id="331" r:id="rId11"/>
    <p:sldId id="274" r:id="rId12"/>
    <p:sldId id="279" r:id="rId13"/>
    <p:sldId id="280" r:id="rId14"/>
    <p:sldId id="282" r:id="rId15"/>
    <p:sldId id="281" r:id="rId16"/>
    <p:sldId id="283" r:id="rId17"/>
    <p:sldId id="284" r:id="rId18"/>
    <p:sldId id="302" r:id="rId19"/>
    <p:sldId id="285" r:id="rId20"/>
    <p:sldId id="286" r:id="rId21"/>
    <p:sldId id="287" r:id="rId22"/>
    <p:sldId id="290" r:id="rId23"/>
    <p:sldId id="288" r:id="rId24"/>
    <p:sldId id="292" r:id="rId25"/>
    <p:sldId id="289" r:id="rId26"/>
    <p:sldId id="293" r:id="rId27"/>
    <p:sldId id="303" r:id="rId28"/>
    <p:sldId id="294" r:id="rId29"/>
    <p:sldId id="304" r:id="rId30"/>
    <p:sldId id="296" r:id="rId31"/>
    <p:sldId id="297" r:id="rId32"/>
    <p:sldId id="335" r:id="rId33"/>
    <p:sldId id="298" r:id="rId34"/>
    <p:sldId id="336" r:id="rId35"/>
    <p:sldId id="299" r:id="rId36"/>
    <p:sldId id="337" r:id="rId37"/>
    <p:sldId id="305" r:id="rId38"/>
    <p:sldId id="295" r:id="rId39"/>
    <p:sldId id="300" r:id="rId40"/>
    <p:sldId id="306" r:id="rId41"/>
    <p:sldId id="307" r:id="rId42"/>
    <p:sldId id="309" r:id="rId43"/>
    <p:sldId id="308" r:id="rId44"/>
    <p:sldId id="310" r:id="rId45"/>
    <p:sldId id="311" r:id="rId46"/>
    <p:sldId id="315" r:id="rId47"/>
    <p:sldId id="314" r:id="rId48"/>
    <p:sldId id="316" r:id="rId49"/>
    <p:sldId id="332" r:id="rId50"/>
    <p:sldId id="319" r:id="rId51"/>
    <p:sldId id="313" r:id="rId52"/>
    <p:sldId id="317" r:id="rId53"/>
    <p:sldId id="312" r:id="rId54"/>
    <p:sldId id="321" r:id="rId55"/>
    <p:sldId id="323" r:id="rId56"/>
    <p:sldId id="324" r:id="rId57"/>
    <p:sldId id="325" r:id="rId58"/>
    <p:sldId id="326" r:id="rId59"/>
    <p:sldId id="338" r:id="rId60"/>
    <p:sldId id="327" r:id="rId61"/>
    <p:sldId id="328" r:id="rId62"/>
    <p:sldId id="329" r:id="rId63"/>
    <p:sldId id="330" r:id="rId64"/>
    <p:sldId id="271" r:id="rId65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885A957D-35B4-47B3-B23D-EEC21627272E}" v="6" dt="2019-07-25T11:15:20.182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470" autoAdjust="0"/>
    <p:restoredTop sz="94831" autoAdjust="0"/>
  </p:normalViewPr>
  <p:slideViewPr>
    <p:cSldViewPr snapToGrid="0">
      <p:cViewPr varScale="1">
        <p:scale>
          <a:sx n="144" d="100"/>
          <a:sy n="144" d="100"/>
        </p:scale>
        <p:origin x="1184" y="19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200" d="100"/>
        <a:sy n="200" d="100"/>
      </p:scale>
      <p:origin x="0" y="-18918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63" Type="http://schemas.openxmlformats.org/officeDocument/2006/relationships/slide" Target="slides/slide60.xml"/><Relationship Id="rId68" Type="http://schemas.openxmlformats.org/officeDocument/2006/relationships/viewProps" Target="viewProps.xml"/><Relationship Id="rId7" Type="http://schemas.openxmlformats.org/officeDocument/2006/relationships/slide" Target="slides/slide4.xml"/><Relationship Id="rId71" Type="http://schemas.microsoft.com/office/2016/11/relationships/changesInfo" Target="changesInfos/changesInfo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slide" Target="slides/slide26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66" Type="http://schemas.openxmlformats.org/officeDocument/2006/relationships/notesMaster" Target="notesMasters/notesMaster1.xml"/><Relationship Id="rId5" Type="http://schemas.openxmlformats.org/officeDocument/2006/relationships/slide" Target="slides/slide2.xml"/><Relationship Id="rId61" Type="http://schemas.openxmlformats.org/officeDocument/2006/relationships/slide" Target="slides/slide58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slide" Target="slides/slide53.xml"/><Relationship Id="rId64" Type="http://schemas.openxmlformats.org/officeDocument/2006/relationships/slide" Target="slides/slide61.xml"/><Relationship Id="rId69" Type="http://schemas.openxmlformats.org/officeDocument/2006/relationships/theme" Target="theme/theme1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microsoft.com/office/2015/10/relationships/revisionInfo" Target="revisionInfo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59" Type="http://schemas.openxmlformats.org/officeDocument/2006/relationships/slide" Target="slides/slide56.xml"/><Relationship Id="rId67" Type="http://schemas.openxmlformats.org/officeDocument/2006/relationships/presProps" Target="presProps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slide" Target="slides/slide51.xml"/><Relationship Id="rId62" Type="http://schemas.openxmlformats.org/officeDocument/2006/relationships/slide" Target="slides/slide59.xml"/><Relationship Id="rId70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slide" Target="slides/slide5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Wang Stephen" userId="2033283f466edd32" providerId="LiveId" clId="{29BF6859-0209-C84F-8344-7EFE2A9DFDB9}"/>
    <pc:docChg chg="modSld">
      <pc:chgData name="Wang Stephen" userId="2033283f466edd32" providerId="LiveId" clId="{29BF6859-0209-C84F-8344-7EFE2A9DFDB9}" dt="2019-07-24T04:43:49.027" v="31" actId="114"/>
      <pc:docMkLst>
        <pc:docMk/>
      </pc:docMkLst>
      <pc:sldChg chg="modSp">
        <pc:chgData name="Wang Stephen" userId="2033283f466edd32" providerId="LiveId" clId="{29BF6859-0209-C84F-8344-7EFE2A9DFDB9}" dt="2019-07-24T04:42:23.194" v="20" actId="14100"/>
        <pc:sldMkLst>
          <pc:docMk/>
          <pc:sldMk cId="2851894839" sldId="257"/>
        </pc:sldMkLst>
        <pc:spChg chg="mod">
          <ac:chgData name="Wang Stephen" userId="2033283f466edd32" providerId="LiveId" clId="{29BF6859-0209-C84F-8344-7EFE2A9DFDB9}" dt="2019-07-24T04:42:23.194" v="20" actId="14100"/>
          <ac:spMkLst>
            <pc:docMk/>
            <pc:sldMk cId="2851894839" sldId="257"/>
            <ac:spMk id="3" creationId="{62FC2E14-24A9-4C48-BA13-A2E74B0AAD2F}"/>
          </ac:spMkLst>
        </pc:spChg>
      </pc:sldChg>
      <pc:sldChg chg="modSp">
        <pc:chgData name="Wang Stephen" userId="2033283f466edd32" providerId="LiveId" clId="{29BF6859-0209-C84F-8344-7EFE2A9DFDB9}" dt="2019-07-24T04:43:42.547" v="30" actId="114"/>
        <pc:sldMkLst>
          <pc:docMk/>
          <pc:sldMk cId="3029360763" sldId="313"/>
        </pc:sldMkLst>
        <pc:spChg chg="mod">
          <ac:chgData name="Wang Stephen" userId="2033283f466edd32" providerId="LiveId" clId="{29BF6859-0209-C84F-8344-7EFE2A9DFDB9}" dt="2019-07-24T04:43:42.547" v="30" actId="114"/>
          <ac:spMkLst>
            <pc:docMk/>
            <pc:sldMk cId="3029360763" sldId="313"/>
            <ac:spMk id="2" creationId="{37215952-9A25-4CE1-8594-098D45C009A8}"/>
          </ac:spMkLst>
        </pc:spChg>
      </pc:sldChg>
      <pc:sldChg chg="modSp">
        <pc:chgData name="Wang Stephen" userId="2033283f466edd32" providerId="LiveId" clId="{29BF6859-0209-C84F-8344-7EFE2A9DFDB9}" dt="2019-07-24T04:43:29.929" v="27" actId="114"/>
        <pc:sldMkLst>
          <pc:docMk/>
          <pc:sldMk cId="2308075480" sldId="316"/>
        </pc:sldMkLst>
        <pc:spChg chg="mod">
          <ac:chgData name="Wang Stephen" userId="2033283f466edd32" providerId="LiveId" clId="{29BF6859-0209-C84F-8344-7EFE2A9DFDB9}" dt="2019-07-24T04:43:29.929" v="27" actId="114"/>
          <ac:spMkLst>
            <pc:docMk/>
            <pc:sldMk cId="2308075480" sldId="316"/>
            <ac:spMk id="2" creationId="{37215952-9A25-4CE1-8594-098D45C009A8}"/>
          </ac:spMkLst>
        </pc:spChg>
      </pc:sldChg>
      <pc:sldChg chg="modSp">
        <pc:chgData name="Wang Stephen" userId="2033283f466edd32" providerId="LiveId" clId="{29BF6859-0209-C84F-8344-7EFE2A9DFDB9}" dt="2019-07-24T04:43:49.027" v="31" actId="114"/>
        <pc:sldMkLst>
          <pc:docMk/>
          <pc:sldMk cId="804710004" sldId="317"/>
        </pc:sldMkLst>
        <pc:spChg chg="mod">
          <ac:chgData name="Wang Stephen" userId="2033283f466edd32" providerId="LiveId" clId="{29BF6859-0209-C84F-8344-7EFE2A9DFDB9}" dt="2019-07-24T04:43:49.027" v="31" actId="114"/>
          <ac:spMkLst>
            <pc:docMk/>
            <pc:sldMk cId="804710004" sldId="317"/>
            <ac:spMk id="2" creationId="{37215952-9A25-4CE1-8594-098D45C009A8}"/>
          </ac:spMkLst>
        </pc:spChg>
      </pc:sldChg>
      <pc:sldChg chg="modSp">
        <pc:chgData name="Wang Stephen" userId="2033283f466edd32" providerId="LiveId" clId="{29BF6859-0209-C84F-8344-7EFE2A9DFDB9}" dt="2019-07-24T04:43:38.379" v="29" actId="114"/>
        <pc:sldMkLst>
          <pc:docMk/>
          <pc:sldMk cId="311921637" sldId="319"/>
        </pc:sldMkLst>
        <pc:spChg chg="mod">
          <ac:chgData name="Wang Stephen" userId="2033283f466edd32" providerId="LiveId" clId="{29BF6859-0209-C84F-8344-7EFE2A9DFDB9}" dt="2019-07-24T04:43:38.379" v="29" actId="114"/>
          <ac:spMkLst>
            <pc:docMk/>
            <pc:sldMk cId="311921637" sldId="319"/>
            <ac:spMk id="2" creationId="{37215952-9A25-4CE1-8594-098D45C009A8}"/>
          </ac:spMkLst>
        </pc:spChg>
      </pc:sldChg>
      <pc:sldChg chg="modSp">
        <pc:chgData name="Wang Stephen" userId="2033283f466edd32" providerId="LiveId" clId="{29BF6859-0209-C84F-8344-7EFE2A9DFDB9}" dt="2019-07-24T04:43:34.236" v="28" actId="114"/>
        <pc:sldMkLst>
          <pc:docMk/>
          <pc:sldMk cId="3062808206" sldId="332"/>
        </pc:sldMkLst>
        <pc:spChg chg="mod">
          <ac:chgData name="Wang Stephen" userId="2033283f466edd32" providerId="LiveId" clId="{29BF6859-0209-C84F-8344-7EFE2A9DFDB9}" dt="2019-07-24T04:43:34.236" v="28" actId="114"/>
          <ac:spMkLst>
            <pc:docMk/>
            <pc:sldMk cId="3062808206" sldId="332"/>
            <ac:spMk id="2" creationId="{A5709A6B-9429-4935-9D18-EC934FA439FC}"/>
          </ac:spMkLst>
        </pc:spChg>
      </pc:sldChg>
    </pc:docChg>
  </pc:docChgLst>
  <pc:docChgLst>
    <pc:chgData name="Stephen Wang" userId="2033283f466edd32" providerId="LiveId" clId="{885A957D-35B4-47B3-B23D-EEC21627272E}"/>
    <pc:docChg chg="undo custSel addSld delSld modSld sldOrd">
      <pc:chgData name="Stephen Wang" userId="2033283f466edd32" providerId="LiveId" clId="{885A957D-35B4-47B3-B23D-EEC21627272E}" dt="2019-07-25T11:15:20.182" v="3357"/>
      <pc:docMkLst>
        <pc:docMk/>
      </pc:docMkLst>
      <pc:sldChg chg="addSp delSp modSp modTransition">
        <pc:chgData name="Stephen Wang" userId="2033283f466edd32" providerId="LiveId" clId="{885A957D-35B4-47B3-B23D-EEC21627272E}" dt="2019-07-11T08:23:52.582" v="3133"/>
        <pc:sldMkLst>
          <pc:docMk/>
          <pc:sldMk cId="547447302" sldId="271"/>
        </pc:sldMkLst>
        <pc:spChg chg="add del mod">
          <ac:chgData name="Stephen Wang" userId="2033283f466edd32" providerId="LiveId" clId="{885A957D-35B4-47B3-B23D-EEC21627272E}" dt="2019-07-11T06:56:50.788" v="2154" actId="478"/>
          <ac:spMkLst>
            <pc:docMk/>
            <pc:sldMk cId="547447302" sldId="271"/>
            <ac:spMk id="3" creationId="{0CD0FF89-90CD-4E41-A2B2-53F1A623912E}"/>
          </ac:spMkLst>
        </pc:spChg>
        <pc:spChg chg="del">
          <ac:chgData name="Stephen Wang" userId="2033283f466edd32" providerId="LiveId" clId="{885A957D-35B4-47B3-B23D-EEC21627272E}" dt="2019-07-11T06:56:45.927" v="2153" actId="478"/>
          <ac:spMkLst>
            <pc:docMk/>
            <pc:sldMk cId="547447302" sldId="271"/>
            <ac:spMk id="5" creationId="{2CA0E463-CEA6-4D3D-B023-5C854189A3EF}"/>
          </ac:spMkLst>
        </pc:spChg>
        <pc:spChg chg="del">
          <ac:chgData name="Stephen Wang" userId="2033283f466edd32" providerId="LiveId" clId="{885A957D-35B4-47B3-B23D-EEC21627272E}" dt="2019-07-11T06:56:45.927" v="2153" actId="478"/>
          <ac:spMkLst>
            <pc:docMk/>
            <pc:sldMk cId="547447302" sldId="271"/>
            <ac:spMk id="7" creationId="{8B0F1C78-F7E6-4049-96A2-FE4E997EB246}"/>
          </ac:spMkLst>
        </pc:spChg>
        <pc:spChg chg="add del mod">
          <ac:chgData name="Stephen Wang" userId="2033283f466edd32" providerId="LiveId" clId="{885A957D-35B4-47B3-B23D-EEC21627272E}" dt="2019-07-11T06:56:50.788" v="2154" actId="478"/>
          <ac:spMkLst>
            <pc:docMk/>
            <pc:sldMk cId="547447302" sldId="271"/>
            <ac:spMk id="8" creationId="{AD4E493E-1263-4BD9-AA39-99418AE33AD4}"/>
          </ac:spMkLst>
        </pc:spChg>
        <pc:spChg chg="del">
          <ac:chgData name="Stephen Wang" userId="2033283f466edd32" providerId="LiveId" clId="{885A957D-35B4-47B3-B23D-EEC21627272E}" dt="2019-07-11T06:56:45.927" v="2153" actId="478"/>
          <ac:spMkLst>
            <pc:docMk/>
            <pc:sldMk cId="547447302" sldId="271"/>
            <ac:spMk id="10" creationId="{11F6B28D-C5AF-481B-9B53-F501015E14C9}"/>
          </ac:spMkLst>
        </pc:spChg>
        <pc:spChg chg="add del mod">
          <ac:chgData name="Stephen Wang" userId="2033283f466edd32" providerId="LiveId" clId="{885A957D-35B4-47B3-B23D-EEC21627272E}" dt="2019-07-11T06:56:50.788" v="2154" actId="478"/>
          <ac:spMkLst>
            <pc:docMk/>
            <pc:sldMk cId="547447302" sldId="271"/>
            <ac:spMk id="11" creationId="{04CED2EF-4D05-4637-AC89-AD28AF6B1ABC}"/>
          </ac:spMkLst>
        </pc:spChg>
      </pc:sldChg>
      <pc:sldChg chg="modSp">
        <pc:chgData name="Stephen Wang" userId="2033283f466edd32" providerId="LiveId" clId="{885A957D-35B4-47B3-B23D-EEC21627272E}" dt="2019-07-11T04:47:02.980" v="791" actId="20577"/>
        <pc:sldMkLst>
          <pc:docMk/>
          <pc:sldMk cId="1969654228" sldId="273"/>
        </pc:sldMkLst>
        <pc:spChg chg="mod">
          <ac:chgData name="Stephen Wang" userId="2033283f466edd32" providerId="LiveId" clId="{885A957D-35B4-47B3-B23D-EEC21627272E}" dt="2019-07-11T04:47:02.980" v="791" actId="20577"/>
          <ac:spMkLst>
            <pc:docMk/>
            <pc:sldMk cId="1969654228" sldId="273"/>
            <ac:spMk id="2" creationId="{A81EFB22-98A7-4F3C-A570-7B79A9A252FE}"/>
          </ac:spMkLst>
        </pc:spChg>
      </pc:sldChg>
      <pc:sldChg chg="addSp delSp modSp">
        <pc:chgData name="Stephen Wang" userId="2033283f466edd32" providerId="LiveId" clId="{885A957D-35B4-47B3-B23D-EEC21627272E}" dt="2019-07-16T01:15:26.855" v="3329" actId="1076"/>
        <pc:sldMkLst>
          <pc:docMk/>
          <pc:sldMk cId="1904385773" sldId="274"/>
        </pc:sldMkLst>
        <pc:spChg chg="add del mod">
          <ac:chgData name="Stephen Wang" userId="2033283f466edd32" providerId="LiveId" clId="{885A957D-35B4-47B3-B23D-EEC21627272E}" dt="2019-07-11T08:18:39.617" v="3083"/>
          <ac:spMkLst>
            <pc:docMk/>
            <pc:sldMk cId="1904385773" sldId="274"/>
            <ac:spMk id="3" creationId="{38026840-F571-442B-8773-ED1B953726B2}"/>
          </ac:spMkLst>
        </pc:spChg>
        <pc:spChg chg="add del mod">
          <ac:chgData name="Stephen Wang" userId="2033283f466edd32" providerId="LiveId" clId="{885A957D-35B4-47B3-B23D-EEC21627272E}" dt="2019-07-11T08:18:39.617" v="3083"/>
          <ac:spMkLst>
            <pc:docMk/>
            <pc:sldMk cId="1904385773" sldId="274"/>
            <ac:spMk id="5" creationId="{4D2B544D-AB14-4930-9109-01D74D410A8D}"/>
          </ac:spMkLst>
        </pc:spChg>
        <pc:spChg chg="del">
          <ac:chgData name="Stephen Wang" userId="2033283f466edd32" providerId="LiveId" clId="{885A957D-35B4-47B3-B23D-EEC21627272E}" dt="2019-07-11T08:18:34.922" v="3082" actId="478"/>
          <ac:spMkLst>
            <pc:docMk/>
            <pc:sldMk cId="1904385773" sldId="274"/>
            <ac:spMk id="6" creationId="{AE7D120A-1735-402E-9D1B-4915B3DE49AC}"/>
          </ac:spMkLst>
        </pc:spChg>
        <pc:spChg chg="add del mod">
          <ac:chgData name="Stephen Wang" userId="2033283f466edd32" providerId="LiveId" clId="{885A957D-35B4-47B3-B23D-EEC21627272E}" dt="2019-07-11T08:18:40.760" v="3084"/>
          <ac:spMkLst>
            <pc:docMk/>
            <pc:sldMk cId="1904385773" sldId="274"/>
            <ac:spMk id="7" creationId="{F6A80235-A9CE-4E59-BAC2-151C30B572C1}"/>
          </ac:spMkLst>
        </pc:spChg>
        <pc:spChg chg="add mod">
          <ac:chgData name="Stephen Wang" userId="2033283f466edd32" providerId="LiveId" clId="{885A957D-35B4-47B3-B23D-EEC21627272E}" dt="2019-07-16T01:15:26.855" v="3329" actId="1076"/>
          <ac:spMkLst>
            <pc:docMk/>
            <pc:sldMk cId="1904385773" sldId="274"/>
            <ac:spMk id="10" creationId="{379510C6-7F7E-4FDF-B865-5F8C9662C82A}"/>
          </ac:spMkLst>
        </pc:spChg>
        <pc:picChg chg="del">
          <ac:chgData name="Stephen Wang" userId="2033283f466edd32" providerId="LiveId" clId="{885A957D-35B4-47B3-B23D-EEC21627272E}" dt="2019-07-11T08:18:34.922" v="3082" actId="478"/>
          <ac:picMkLst>
            <pc:docMk/>
            <pc:sldMk cId="1904385773" sldId="274"/>
            <ac:picMk id="3076" creationId="{39680AE5-560A-4795-96DA-0B3A76B4C1C8}"/>
          </ac:picMkLst>
        </pc:picChg>
        <pc:picChg chg="add mod">
          <ac:chgData name="Stephen Wang" userId="2033283f466edd32" providerId="LiveId" clId="{885A957D-35B4-47B3-B23D-EEC21627272E}" dt="2019-07-11T08:19:29.885" v="3094" actId="1076"/>
          <ac:picMkLst>
            <pc:docMk/>
            <pc:sldMk cId="1904385773" sldId="274"/>
            <ac:picMk id="22530" creationId="{C0631968-3B87-4F70-8F34-C720B1F3BEAE}"/>
          </ac:picMkLst>
        </pc:picChg>
      </pc:sldChg>
      <pc:sldChg chg="modTransition">
        <pc:chgData name="Stephen Wang" userId="2033283f466edd32" providerId="LiveId" clId="{885A957D-35B4-47B3-B23D-EEC21627272E}" dt="2019-07-25T11:11:33.491" v="3352"/>
        <pc:sldMkLst>
          <pc:docMk/>
          <pc:sldMk cId="2823668079" sldId="280"/>
        </pc:sldMkLst>
      </pc:sldChg>
      <pc:sldChg chg="modTransition">
        <pc:chgData name="Stephen Wang" userId="2033283f466edd32" providerId="LiveId" clId="{885A957D-35B4-47B3-B23D-EEC21627272E}" dt="2019-07-25T11:11:33.491" v="3352"/>
        <pc:sldMkLst>
          <pc:docMk/>
          <pc:sldMk cId="2702753119" sldId="281"/>
        </pc:sldMkLst>
      </pc:sldChg>
      <pc:sldChg chg="modTransition">
        <pc:chgData name="Stephen Wang" userId="2033283f466edd32" providerId="LiveId" clId="{885A957D-35B4-47B3-B23D-EEC21627272E}" dt="2019-07-25T11:11:33.491" v="3352"/>
        <pc:sldMkLst>
          <pc:docMk/>
          <pc:sldMk cId="4248365857" sldId="282"/>
        </pc:sldMkLst>
      </pc:sldChg>
      <pc:sldChg chg="modTransition">
        <pc:chgData name="Stephen Wang" userId="2033283f466edd32" providerId="LiveId" clId="{885A957D-35B4-47B3-B23D-EEC21627272E}" dt="2019-07-11T03:37:53.484" v="236"/>
        <pc:sldMkLst>
          <pc:docMk/>
          <pc:sldMk cId="1244393853" sldId="284"/>
        </pc:sldMkLst>
      </pc:sldChg>
      <pc:sldChg chg="modTransition">
        <pc:chgData name="Stephen Wang" userId="2033283f466edd32" providerId="LiveId" clId="{885A957D-35B4-47B3-B23D-EEC21627272E}" dt="2019-07-11T03:37:53.484" v="236"/>
        <pc:sldMkLst>
          <pc:docMk/>
          <pc:sldMk cId="1366841981" sldId="285"/>
        </pc:sldMkLst>
      </pc:sldChg>
      <pc:sldChg chg="modTransition">
        <pc:chgData name="Stephen Wang" userId="2033283f466edd32" providerId="LiveId" clId="{885A957D-35B4-47B3-B23D-EEC21627272E}" dt="2019-07-25T11:12:01.499" v="3353"/>
        <pc:sldMkLst>
          <pc:docMk/>
          <pc:sldMk cId="654645416" sldId="286"/>
        </pc:sldMkLst>
      </pc:sldChg>
      <pc:sldChg chg="modTransition">
        <pc:chgData name="Stephen Wang" userId="2033283f466edd32" providerId="LiveId" clId="{885A957D-35B4-47B3-B23D-EEC21627272E}" dt="2019-07-25T11:12:01.499" v="3353"/>
        <pc:sldMkLst>
          <pc:docMk/>
          <pc:sldMk cId="341162273" sldId="287"/>
        </pc:sldMkLst>
      </pc:sldChg>
      <pc:sldChg chg="modSp modTransition">
        <pc:chgData name="Stephen Wang" userId="2033283f466edd32" providerId="LiveId" clId="{885A957D-35B4-47B3-B23D-EEC21627272E}" dt="2019-07-11T04:47:50.031" v="793" actId="1076"/>
        <pc:sldMkLst>
          <pc:docMk/>
          <pc:sldMk cId="3697537645" sldId="288"/>
        </pc:sldMkLst>
        <pc:spChg chg="mod">
          <ac:chgData name="Stephen Wang" userId="2033283f466edd32" providerId="LiveId" clId="{885A957D-35B4-47B3-B23D-EEC21627272E}" dt="2019-07-11T04:47:50.031" v="793" actId="1076"/>
          <ac:spMkLst>
            <pc:docMk/>
            <pc:sldMk cId="3697537645" sldId="288"/>
            <ac:spMk id="6" creationId="{34504808-C7FF-4A76-A28F-A145AC17E918}"/>
          </ac:spMkLst>
        </pc:spChg>
      </pc:sldChg>
      <pc:sldChg chg="modTransition">
        <pc:chgData name="Stephen Wang" userId="2033283f466edd32" providerId="LiveId" clId="{885A957D-35B4-47B3-B23D-EEC21627272E}" dt="2019-07-11T03:37:53.484" v="236"/>
        <pc:sldMkLst>
          <pc:docMk/>
          <pc:sldMk cId="713628833" sldId="289"/>
        </pc:sldMkLst>
      </pc:sldChg>
      <pc:sldChg chg="modSp modTransition">
        <pc:chgData name="Stephen Wang" userId="2033283f466edd32" providerId="LiveId" clId="{885A957D-35B4-47B3-B23D-EEC21627272E}" dt="2019-07-11T03:41:47.413" v="278" actId="1076"/>
        <pc:sldMkLst>
          <pc:docMk/>
          <pc:sldMk cId="2242902535" sldId="290"/>
        </pc:sldMkLst>
        <pc:spChg chg="mod">
          <ac:chgData name="Stephen Wang" userId="2033283f466edd32" providerId="LiveId" clId="{885A957D-35B4-47B3-B23D-EEC21627272E}" dt="2019-07-11T03:41:47.413" v="278" actId="1076"/>
          <ac:spMkLst>
            <pc:docMk/>
            <pc:sldMk cId="2242902535" sldId="290"/>
            <ac:spMk id="14" creationId="{203BBE63-0D5F-49DA-ABF0-D8E4700919E3}"/>
          </ac:spMkLst>
        </pc:spChg>
        <pc:picChg chg="mod">
          <ac:chgData name="Stephen Wang" userId="2033283f466edd32" providerId="LiveId" clId="{885A957D-35B4-47B3-B23D-EEC21627272E}" dt="2019-07-11T03:41:16.042" v="267" actId="1076"/>
          <ac:picMkLst>
            <pc:docMk/>
            <pc:sldMk cId="2242902535" sldId="290"/>
            <ac:picMk id="11" creationId="{709FD13F-FFA7-4BCA-BBA7-E23356358A49}"/>
          </ac:picMkLst>
        </pc:picChg>
      </pc:sldChg>
      <pc:sldChg chg="modTransition">
        <pc:chgData name="Stephen Wang" userId="2033283f466edd32" providerId="LiveId" clId="{885A957D-35B4-47B3-B23D-EEC21627272E}" dt="2019-07-11T03:37:53.484" v="236"/>
        <pc:sldMkLst>
          <pc:docMk/>
          <pc:sldMk cId="3536827831" sldId="292"/>
        </pc:sldMkLst>
      </pc:sldChg>
      <pc:sldChg chg="modTransition">
        <pc:chgData name="Stephen Wang" userId="2033283f466edd32" providerId="LiveId" clId="{885A957D-35B4-47B3-B23D-EEC21627272E}" dt="2019-07-11T03:37:53.484" v="236"/>
        <pc:sldMkLst>
          <pc:docMk/>
          <pc:sldMk cId="4236493076" sldId="293"/>
        </pc:sldMkLst>
      </pc:sldChg>
      <pc:sldChg chg="addSp modSp modTransition">
        <pc:chgData name="Stephen Wang" userId="2033283f466edd32" providerId="LiveId" clId="{885A957D-35B4-47B3-B23D-EEC21627272E}" dt="2019-07-11T05:28:50.310" v="1381" actId="20577"/>
        <pc:sldMkLst>
          <pc:docMk/>
          <pc:sldMk cId="3511684973" sldId="294"/>
        </pc:sldMkLst>
        <pc:spChg chg="mod">
          <ac:chgData name="Stephen Wang" userId="2033283f466edd32" providerId="LiveId" clId="{885A957D-35B4-47B3-B23D-EEC21627272E}" dt="2019-07-11T03:45:59.475" v="314" actId="1076"/>
          <ac:spMkLst>
            <pc:docMk/>
            <pc:sldMk cId="3511684973" sldId="294"/>
            <ac:spMk id="8" creationId="{B3381B05-7252-4DF4-B7D6-BD26BDC5A20B}"/>
          </ac:spMkLst>
        </pc:spChg>
        <pc:spChg chg="mod">
          <ac:chgData name="Stephen Wang" userId="2033283f466edd32" providerId="LiveId" clId="{885A957D-35B4-47B3-B23D-EEC21627272E}" dt="2019-07-11T03:45:59.475" v="314" actId="1076"/>
          <ac:spMkLst>
            <pc:docMk/>
            <pc:sldMk cId="3511684973" sldId="294"/>
            <ac:spMk id="9" creationId="{9C30C547-D43C-41B4-8491-2DBA6F193935}"/>
          </ac:spMkLst>
        </pc:spChg>
        <pc:spChg chg="mod">
          <ac:chgData name="Stephen Wang" userId="2033283f466edd32" providerId="LiveId" clId="{885A957D-35B4-47B3-B23D-EEC21627272E}" dt="2019-07-11T03:45:59.475" v="314" actId="1076"/>
          <ac:spMkLst>
            <pc:docMk/>
            <pc:sldMk cId="3511684973" sldId="294"/>
            <ac:spMk id="10" creationId="{7E1C0AE5-CEA5-4F52-BF6A-F2D012ABFC95}"/>
          </ac:spMkLst>
        </pc:spChg>
        <pc:spChg chg="add mod">
          <ac:chgData name="Stephen Wang" userId="2033283f466edd32" providerId="LiveId" clId="{885A957D-35B4-47B3-B23D-EEC21627272E}" dt="2019-07-11T05:28:50.310" v="1381" actId="20577"/>
          <ac:spMkLst>
            <pc:docMk/>
            <pc:sldMk cId="3511684973" sldId="294"/>
            <ac:spMk id="11" creationId="{5A6D2213-0476-42CE-A53A-55699AF772F7}"/>
          </ac:spMkLst>
        </pc:spChg>
        <pc:picChg chg="mod">
          <ac:chgData name="Stephen Wang" userId="2033283f466edd32" providerId="LiveId" clId="{885A957D-35B4-47B3-B23D-EEC21627272E}" dt="2019-07-11T03:45:59.475" v="314" actId="1076"/>
          <ac:picMkLst>
            <pc:docMk/>
            <pc:sldMk cId="3511684973" sldId="294"/>
            <ac:picMk id="7" creationId="{1F8F330A-68D8-4657-8F3D-787C88C98402}"/>
          </ac:picMkLst>
        </pc:picChg>
      </pc:sldChg>
      <pc:sldChg chg="addSp delSp modSp modTransition">
        <pc:chgData name="Stephen Wang" userId="2033283f466edd32" providerId="LiveId" clId="{885A957D-35B4-47B3-B23D-EEC21627272E}" dt="2019-07-11T03:48:22.165" v="324" actId="14100"/>
        <pc:sldMkLst>
          <pc:docMk/>
          <pc:sldMk cId="438914797" sldId="295"/>
        </pc:sldMkLst>
        <pc:spChg chg="del">
          <ac:chgData name="Stephen Wang" userId="2033283f466edd32" providerId="LiveId" clId="{885A957D-35B4-47B3-B23D-EEC21627272E}" dt="2019-07-11T03:48:00.985" v="315"/>
          <ac:spMkLst>
            <pc:docMk/>
            <pc:sldMk cId="438914797" sldId="295"/>
            <ac:spMk id="7" creationId="{872EFBDB-4099-48E4-B6E7-00E1E21EF771}"/>
          </ac:spMkLst>
        </pc:spChg>
        <pc:spChg chg="add mod">
          <ac:chgData name="Stephen Wang" userId="2033283f466edd32" providerId="LiveId" clId="{885A957D-35B4-47B3-B23D-EEC21627272E}" dt="2019-07-11T03:48:22.165" v="324" actId="14100"/>
          <ac:spMkLst>
            <pc:docMk/>
            <pc:sldMk cId="438914797" sldId="295"/>
            <ac:spMk id="9" creationId="{A61BB3E3-97FA-400C-B1C6-31FF8A2F18ED}"/>
          </ac:spMkLst>
        </pc:spChg>
        <pc:picChg chg="add mod">
          <ac:chgData name="Stephen Wang" userId="2033283f466edd32" providerId="LiveId" clId="{885A957D-35B4-47B3-B23D-EEC21627272E}" dt="2019-07-11T03:48:14.131" v="322" actId="1076"/>
          <ac:picMkLst>
            <pc:docMk/>
            <pc:sldMk cId="438914797" sldId="295"/>
            <ac:picMk id="3" creationId="{3A8EA482-8709-4957-8B1D-C670B8243673}"/>
          </ac:picMkLst>
        </pc:picChg>
      </pc:sldChg>
      <pc:sldChg chg="addSp modSp modTransition">
        <pc:chgData name="Stephen Wang" userId="2033283f466edd32" providerId="LiveId" clId="{885A957D-35B4-47B3-B23D-EEC21627272E}" dt="2019-07-11T05:28:26.918" v="1355" actId="20577"/>
        <pc:sldMkLst>
          <pc:docMk/>
          <pc:sldMk cId="1011540203" sldId="296"/>
        </pc:sldMkLst>
        <pc:spChg chg="add mod">
          <ac:chgData name="Stephen Wang" userId="2033283f466edd32" providerId="LiveId" clId="{885A957D-35B4-47B3-B23D-EEC21627272E}" dt="2019-07-11T05:28:26.918" v="1355" actId="20577"/>
          <ac:spMkLst>
            <pc:docMk/>
            <pc:sldMk cId="1011540203" sldId="296"/>
            <ac:spMk id="9" creationId="{422FA81A-A498-4778-8519-574CC6E829A4}"/>
          </ac:spMkLst>
        </pc:spChg>
      </pc:sldChg>
      <pc:sldChg chg="addSp delSp modSp add modTransition">
        <pc:chgData name="Stephen Wang" userId="2033283f466edd32" providerId="LiveId" clId="{885A957D-35B4-47B3-B23D-EEC21627272E}" dt="2019-07-25T11:13:33.074" v="3354"/>
        <pc:sldMkLst>
          <pc:docMk/>
          <pc:sldMk cId="4128326343" sldId="297"/>
        </pc:sldMkLst>
        <pc:spChg chg="mod">
          <ac:chgData name="Stephen Wang" userId="2033283f466edd32" providerId="LiveId" clId="{885A957D-35B4-47B3-B23D-EEC21627272E}" dt="2019-07-11T03:26:17.186" v="109" actId="20577"/>
          <ac:spMkLst>
            <pc:docMk/>
            <pc:sldMk cId="4128326343" sldId="297"/>
            <ac:spMk id="2" creationId="{801EC3FE-DA68-417A-9675-591CD7977430}"/>
          </ac:spMkLst>
        </pc:spChg>
        <pc:spChg chg="add del mod">
          <ac:chgData name="Stephen Wang" userId="2033283f466edd32" providerId="LiveId" clId="{885A957D-35B4-47B3-B23D-EEC21627272E}" dt="2019-07-11T03:23:37.341" v="69" actId="478"/>
          <ac:spMkLst>
            <pc:docMk/>
            <pc:sldMk cId="4128326343" sldId="297"/>
            <ac:spMk id="5" creationId="{039D960D-268A-49A5-876A-662223F36482}"/>
          </ac:spMkLst>
        </pc:spChg>
        <pc:spChg chg="add del mod">
          <ac:chgData name="Stephen Wang" userId="2033283f466edd32" providerId="LiveId" clId="{885A957D-35B4-47B3-B23D-EEC21627272E}" dt="2019-07-11T03:23:25.585" v="60" actId="478"/>
          <ac:spMkLst>
            <pc:docMk/>
            <pc:sldMk cId="4128326343" sldId="297"/>
            <ac:spMk id="7" creationId="{6F7D8B30-21B0-4053-B19A-D0E0E581490B}"/>
          </ac:spMkLst>
        </pc:spChg>
        <pc:spChg chg="add del mod">
          <ac:chgData name="Stephen Wang" userId="2033283f466edd32" providerId="LiveId" clId="{885A957D-35B4-47B3-B23D-EEC21627272E}" dt="2019-07-11T03:23:31.033" v="63" actId="478"/>
          <ac:spMkLst>
            <pc:docMk/>
            <pc:sldMk cId="4128326343" sldId="297"/>
            <ac:spMk id="9" creationId="{1EE95FB2-F08F-4270-9470-8B9309047771}"/>
          </ac:spMkLst>
        </pc:spChg>
        <pc:spChg chg="add del mod">
          <ac:chgData name="Stephen Wang" userId="2033283f466edd32" providerId="LiveId" clId="{885A957D-35B4-47B3-B23D-EEC21627272E}" dt="2019-07-11T03:23:36.429" v="66" actId="478"/>
          <ac:spMkLst>
            <pc:docMk/>
            <pc:sldMk cId="4128326343" sldId="297"/>
            <ac:spMk id="11" creationId="{2562D22C-CCD2-4056-8E69-1F99EF572B8F}"/>
          </ac:spMkLst>
        </pc:spChg>
        <pc:spChg chg="del">
          <ac:chgData name="Stephen Wang" userId="2033283f466edd32" providerId="LiveId" clId="{885A957D-35B4-47B3-B23D-EEC21627272E}" dt="2019-07-11T03:23:46" v="74" actId="478"/>
          <ac:spMkLst>
            <pc:docMk/>
            <pc:sldMk cId="4128326343" sldId="297"/>
            <ac:spMk id="14" creationId="{C9C70101-36C7-436E-8856-4DEC8C97B080}"/>
          </ac:spMkLst>
        </pc:spChg>
        <pc:spChg chg="del">
          <ac:chgData name="Stephen Wang" userId="2033283f466edd32" providerId="LiveId" clId="{885A957D-35B4-47B3-B23D-EEC21627272E}" dt="2019-07-11T03:23:44.185" v="73" actId="478"/>
          <ac:spMkLst>
            <pc:docMk/>
            <pc:sldMk cId="4128326343" sldId="297"/>
            <ac:spMk id="15" creationId="{6AB0B211-C85A-47EC-9720-8468AD0B5BB9}"/>
          </ac:spMkLst>
        </pc:spChg>
        <pc:spChg chg="del mod">
          <ac:chgData name="Stephen Wang" userId="2033283f466edd32" providerId="LiveId" clId="{885A957D-35B4-47B3-B23D-EEC21627272E}" dt="2019-07-11T03:26:06.320" v="90" actId="478"/>
          <ac:spMkLst>
            <pc:docMk/>
            <pc:sldMk cId="4128326343" sldId="297"/>
            <ac:spMk id="17" creationId="{257E9C7C-B813-4331-BEAE-EA2D10C1A264}"/>
          </ac:spMkLst>
        </pc:spChg>
        <pc:spChg chg="add del mod">
          <ac:chgData name="Stephen Wang" userId="2033283f466edd32" providerId="LiveId" clId="{885A957D-35B4-47B3-B23D-EEC21627272E}" dt="2019-07-11T03:24:50.100" v="77"/>
          <ac:spMkLst>
            <pc:docMk/>
            <pc:sldMk cId="4128326343" sldId="297"/>
            <ac:spMk id="18" creationId="{ECB7038D-404C-4BA5-97DB-55126CA225D7}"/>
          </ac:spMkLst>
        </pc:spChg>
        <pc:spChg chg="add del mod">
          <ac:chgData name="Stephen Wang" userId="2033283f466edd32" providerId="LiveId" clId="{885A957D-35B4-47B3-B23D-EEC21627272E}" dt="2019-07-11T03:25:29.650" v="78"/>
          <ac:spMkLst>
            <pc:docMk/>
            <pc:sldMk cId="4128326343" sldId="297"/>
            <ac:spMk id="20" creationId="{99C10C0A-03B4-4BA3-B0B3-CD5917267654}"/>
          </ac:spMkLst>
        </pc:spChg>
        <pc:spChg chg="add mod">
          <ac:chgData name="Stephen Wang" userId="2033283f466edd32" providerId="LiveId" clId="{885A957D-35B4-47B3-B23D-EEC21627272E}" dt="2019-07-11T03:25:41.419" v="82" actId="14100"/>
          <ac:spMkLst>
            <pc:docMk/>
            <pc:sldMk cId="4128326343" sldId="297"/>
            <ac:spMk id="23" creationId="{BADA296E-4D49-47E3-A60E-607C8B8005D2}"/>
          </ac:spMkLst>
        </pc:spChg>
        <pc:spChg chg="add mod">
          <ac:chgData name="Stephen Wang" userId="2033283f466edd32" providerId="LiveId" clId="{885A957D-35B4-47B3-B23D-EEC21627272E}" dt="2019-07-11T03:25:53.258" v="85" actId="14100"/>
          <ac:spMkLst>
            <pc:docMk/>
            <pc:sldMk cId="4128326343" sldId="297"/>
            <ac:spMk id="24" creationId="{A4CC2AED-E997-4EBC-BB3C-05316B1777E9}"/>
          </ac:spMkLst>
        </pc:spChg>
        <pc:spChg chg="add mod">
          <ac:chgData name="Stephen Wang" userId="2033283f466edd32" providerId="LiveId" clId="{885A957D-35B4-47B3-B23D-EEC21627272E}" dt="2019-07-11T03:26:04.212" v="89" actId="1076"/>
          <ac:spMkLst>
            <pc:docMk/>
            <pc:sldMk cId="4128326343" sldId="297"/>
            <ac:spMk id="25" creationId="{57E65CB7-DA06-47C9-BCF9-EFD4F496F073}"/>
          </ac:spMkLst>
        </pc:spChg>
        <pc:spChg chg="add mod">
          <ac:chgData name="Stephen Wang" userId="2033283f466edd32" providerId="LiveId" clId="{885A957D-35B4-47B3-B23D-EEC21627272E}" dt="2019-07-11T05:29:00.635" v="1388" actId="20577"/>
          <ac:spMkLst>
            <pc:docMk/>
            <pc:sldMk cId="4128326343" sldId="297"/>
            <ac:spMk id="26" creationId="{9D8288FA-D48D-4DA9-8AFB-C978AC49FAC2}"/>
          </ac:spMkLst>
        </pc:spChg>
        <pc:picChg chg="add del">
          <ac:chgData name="Stephen Wang" userId="2033283f466edd32" providerId="LiveId" clId="{885A957D-35B4-47B3-B23D-EEC21627272E}" dt="2019-07-11T03:23:47.495" v="75" actId="478"/>
          <ac:picMkLst>
            <pc:docMk/>
            <pc:sldMk cId="4128326343" sldId="297"/>
            <ac:picMk id="12" creationId="{CF8C215C-3C64-4906-BA5B-32C96C901BE8}"/>
          </ac:picMkLst>
        </pc:picChg>
        <pc:picChg chg="add del">
          <ac:chgData name="Stephen Wang" userId="2033283f466edd32" providerId="LiveId" clId="{885A957D-35B4-47B3-B23D-EEC21627272E}" dt="2019-07-11T03:23:48.057" v="76" actId="478"/>
          <ac:picMkLst>
            <pc:docMk/>
            <pc:sldMk cId="4128326343" sldId="297"/>
            <ac:picMk id="16" creationId="{7BC7382E-B3EB-4A58-98A6-7DB4AF6C4F7E}"/>
          </ac:picMkLst>
        </pc:picChg>
        <pc:picChg chg="add mod">
          <ac:chgData name="Stephen Wang" userId="2033283f466edd32" providerId="LiveId" clId="{885A957D-35B4-47B3-B23D-EEC21627272E}" dt="2019-07-11T03:24:50.100" v="77"/>
          <ac:picMkLst>
            <pc:docMk/>
            <pc:sldMk cId="4128326343" sldId="297"/>
            <ac:picMk id="21" creationId="{165ED543-7E2B-42AF-85CD-7ECE5F337A42}"/>
          </ac:picMkLst>
        </pc:picChg>
        <pc:picChg chg="add mod">
          <ac:chgData name="Stephen Wang" userId="2033283f466edd32" providerId="LiveId" clId="{885A957D-35B4-47B3-B23D-EEC21627272E}" dt="2019-07-11T03:25:29.650" v="78"/>
          <ac:picMkLst>
            <pc:docMk/>
            <pc:sldMk cId="4128326343" sldId="297"/>
            <ac:picMk id="22" creationId="{8A42AACF-E658-4E45-B06C-0DF63B9842DF}"/>
          </ac:picMkLst>
        </pc:picChg>
      </pc:sldChg>
      <pc:sldChg chg="addSp delSp modSp add modTransition">
        <pc:chgData name="Stephen Wang" userId="2033283f466edd32" providerId="LiveId" clId="{885A957D-35B4-47B3-B23D-EEC21627272E}" dt="2019-07-16T01:16:50.294" v="3334" actId="14100"/>
        <pc:sldMkLst>
          <pc:docMk/>
          <pc:sldMk cId="4038480941" sldId="298"/>
        </pc:sldMkLst>
        <pc:spChg chg="mod">
          <ac:chgData name="Stephen Wang" userId="2033283f466edd32" providerId="LiveId" clId="{885A957D-35B4-47B3-B23D-EEC21627272E}" dt="2019-07-11T03:26:33.886" v="122" actId="20577"/>
          <ac:spMkLst>
            <pc:docMk/>
            <pc:sldMk cId="4038480941" sldId="298"/>
            <ac:spMk id="2" creationId="{801EC3FE-DA68-417A-9675-591CD7977430}"/>
          </ac:spMkLst>
        </pc:spChg>
        <pc:spChg chg="add del mod">
          <ac:chgData name="Stephen Wang" userId="2033283f466edd32" providerId="LiveId" clId="{885A957D-35B4-47B3-B23D-EEC21627272E}" dt="2019-07-11T03:26:46.743" v="126" actId="478"/>
          <ac:spMkLst>
            <pc:docMk/>
            <pc:sldMk cId="4038480941" sldId="298"/>
            <ac:spMk id="5" creationId="{B2EADA40-6957-4A74-9443-B1CAA2FC2C8D}"/>
          </ac:spMkLst>
        </pc:spChg>
        <pc:spChg chg="add del mod">
          <ac:chgData name="Stephen Wang" userId="2033283f466edd32" providerId="LiveId" clId="{885A957D-35B4-47B3-B23D-EEC21627272E}" dt="2019-07-11T03:29:49.697" v="151"/>
          <ac:spMkLst>
            <pc:docMk/>
            <pc:sldMk cId="4038480941" sldId="298"/>
            <ac:spMk id="7" creationId="{B4039EAD-68B5-4CDF-81C1-E706E0AACFC3}"/>
          </ac:spMkLst>
        </pc:spChg>
        <pc:spChg chg="add del mod">
          <ac:chgData name="Stephen Wang" userId="2033283f466edd32" providerId="LiveId" clId="{885A957D-35B4-47B3-B23D-EEC21627272E}" dt="2019-07-11T03:27:44.742" v="130"/>
          <ac:spMkLst>
            <pc:docMk/>
            <pc:sldMk cId="4038480941" sldId="298"/>
            <ac:spMk id="9" creationId="{C06BE7C9-366B-46BF-96E9-5AE3C7AB2786}"/>
          </ac:spMkLst>
        </pc:spChg>
        <pc:spChg chg="add del mod">
          <ac:chgData name="Stephen Wang" userId="2033283f466edd32" providerId="LiveId" clId="{885A957D-35B4-47B3-B23D-EEC21627272E}" dt="2019-07-11T03:28:26.619" v="132"/>
          <ac:spMkLst>
            <pc:docMk/>
            <pc:sldMk cId="4038480941" sldId="298"/>
            <ac:spMk id="12" creationId="{37268957-3FCA-4779-87CE-460A16ACF3D3}"/>
          </ac:spMkLst>
        </pc:spChg>
        <pc:spChg chg="add del mod">
          <ac:chgData name="Stephen Wang" userId="2033283f466edd32" providerId="LiveId" clId="{885A957D-35B4-47B3-B23D-EEC21627272E}" dt="2019-07-11T03:32:47.187" v="183" actId="478"/>
          <ac:spMkLst>
            <pc:docMk/>
            <pc:sldMk cId="4038480941" sldId="298"/>
            <ac:spMk id="16" creationId="{6C86F02D-B20A-452A-8D72-E0EB91F6380D}"/>
          </ac:spMkLst>
        </pc:spChg>
        <pc:spChg chg="add del">
          <ac:chgData name="Stephen Wang" userId="2033283f466edd32" providerId="LiveId" clId="{885A957D-35B4-47B3-B23D-EEC21627272E}" dt="2019-07-16T01:16:38.943" v="3331"/>
          <ac:spMkLst>
            <pc:docMk/>
            <pc:sldMk cId="4038480941" sldId="298"/>
            <ac:spMk id="17" creationId="{2BC53F94-4ADB-4238-B599-3D1AE15654DF}"/>
          </ac:spMkLst>
        </pc:spChg>
        <pc:spChg chg="add mod">
          <ac:chgData name="Stephen Wang" userId="2033283f466edd32" providerId="LiveId" clId="{885A957D-35B4-47B3-B23D-EEC21627272E}" dt="2019-07-16T01:16:50.294" v="3334" actId="14100"/>
          <ac:spMkLst>
            <pc:docMk/>
            <pc:sldMk cId="4038480941" sldId="298"/>
            <ac:spMk id="18" creationId="{1D0A4504-8550-48D7-B218-FF9904129B56}"/>
          </ac:spMkLst>
        </pc:spChg>
        <pc:spChg chg="add del mod">
          <ac:chgData name="Stephen Wang" userId="2033283f466edd32" providerId="LiveId" clId="{885A957D-35B4-47B3-B23D-EEC21627272E}" dt="2019-07-11T03:32:51.947" v="184" actId="478"/>
          <ac:spMkLst>
            <pc:docMk/>
            <pc:sldMk cId="4038480941" sldId="298"/>
            <ac:spMk id="19" creationId="{1833DEE3-41E0-440B-8DB8-449892343256}"/>
          </ac:spMkLst>
        </pc:spChg>
        <pc:spChg chg="add del mod">
          <ac:chgData name="Stephen Wang" userId="2033283f466edd32" providerId="LiveId" clId="{885A957D-35B4-47B3-B23D-EEC21627272E}" dt="2019-07-11T03:32:51.947" v="184" actId="478"/>
          <ac:spMkLst>
            <pc:docMk/>
            <pc:sldMk cId="4038480941" sldId="298"/>
            <ac:spMk id="20" creationId="{2DA6136E-7FED-4066-88D2-C218C210A51D}"/>
          </ac:spMkLst>
        </pc:spChg>
        <pc:spChg chg="del mod">
          <ac:chgData name="Stephen Wang" userId="2033283f466edd32" providerId="LiveId" clId="{885A957D-35B4-47B3-B23D-EEC21627272E}" dt="2019-07-11T03:29:15.609" v="150" actId="478"/>
          <ac:spMkLst>
            <pc:docMk/>
            <pc:sldMk cId="4038480941" sldId="298"/>
            <ac:spMk id="23" creationId="{BADA296E-4D49-47E3-A60E-607C8B8005D2}"/>
          </ac:spMkLst>
        </pc:spChg>
        <pc:spChg chg="del">
          <ac:chgData name="Stephen Wang" userId="2033283f466edd32" providerId="LiveId" clId="{885A957D-35B4-47B3-B23D-EEC21627272E}" dt="2019-07-11T03:26:40.868" v="123" actId="478"/>
          <ac:spMkLst>
            <pc:docMk/>
            <pc:sldMk cId="4038480941" sldId="298"/>
            <ac:spMk id="24" creationId="{A4CC2AED-E997-4EBC-BB3C-05316B1777E9}"/>
          </ac:spMkLst>
        </pc:spChg>
        <pc:spChg chg="del">
          <ac:chgData name="Stephen Wang" userId="2033283f466edd32" providerId="LiveId" clId="{885A957D-35B4-47B3-B23D-EEC21627272E}" dt="2019-07-11T03:26:48.488" v="127" actId="478"/>
          <ac:spMkLst>
            <pc:docMk/>
            <pc:sldMk cId="4038480941" sldId="298"/>
            <ac:spMk id="25" creationId="{57E65CB7-DA06-47C9-BCF9-EFD4F496F073}"/>
          </ac:spMkLst>
        </pc:spChg>
        <pc:spChg chg="add del mod">
          <ac:chgData name="Stephen Wang" userId="2033283f466edd32" providerId="LiveId" clId="{885A957D-35B4-47B3-B23D-EEC21627272E}" dt="2019-07-11T03:32:51.947" v="184" actId="478"/>
          <ac:spMkLst>
            <pc:docMk/>
            <pc:sldMk cId="4038480941" sldId="298"/>
            <ac:spMk id="26" creationId="{FA705257-BEBC-43A2-B94C-DBBAB1C9EFC5}"/>
          </ac:spMkLst>
        </pc:spChg>
        <pc:spChg chg="add del mod">
          <ac:chgData name="Stephen Wang" userId="2033283f466edd32" providerId="LiveId" clId="{885A957D-35B4-47B3-B23D-EEC21627272E}" dt="2019-07-11T03:33:46.479" v="204" actId="478"/>
          <ac:spMkLst>
            <pc:docMk/>
            <pc:sldMk cId="4038480941" sldId="298"/>
            <ac:spMk id="27" creationId="{7CB73E6E-8E7E-4A01-83CF-585F9FB50414}"/>
          </ac:spMkLst>
        </pc:spChg>
        <pc:spChg chg="add del mod">
          <ac:chgData name="Stephen Wang" userId="2033283f466edd32" providerId="LiveId" clId="{885A957D-35B4-47B3-B23D-EEC21627272E}" dt="2019-07-11T03:33:46.479" v="204" actId="478"/>
          <ac:spMkLst>
            <pc:docMk/>
            <pc:sldMk cId="4038480941" sldId="298"/>
            <ac:spMk id="28" creationId="{9ECACC7D-152F-4E40-A7C3-FA9CFD91BFDB}"/>
          </ac:spMkLst>
        </pc:spChg>
        <pc:spChg chg="add del mod">
          <ac:chgData name="Stephen Wang" userId="2033283f466edd32" providerId="LiveId" clId="{885A957D-35B4-47B3-B23D-EEC21627272E}" dt="2019-07-11T03:32:56.788" v="188"/>
          <ac:spMkLst>
            <pc:docMk/>
            <pc:sldMk cId="4038480941" sldId="298"/>
            <ac:spMk id="30" creationId="{F22A4031-55FC-432E-8643-3A03F19FBA12}"/>
          </ac:spMkLst>
        </pc:spChg>
        <pc:spChg chg="add mod">
          <ac:chgData name="Stephen Wang" userId="2033283f466edd32" providerId="LiveId" clId="{885A957D-35B4-47B3-B23D-EEC21627272E}" dt="2019-07-11T03:51:10.145" v="341" actId="1076"/>
          <ac:spMkLst>
            <pc:docMk/>
            <pc:sldMk cId="4038480941" sldId="298"/>
            <ac:spMk id="33" creationId="{B8955B99-23C7-4057-B2A8-FD9D13679647}"/>
          </ac:spMkLst>
        </pc:spChg>
        <pc:spChg chg="add mod">
          <ac:chgData name="Stephen Wang" userId="2033283f466edd32" providerId="LiveId" clId="{885A957D-35B4-47B3-B23D-EEC21627272E}" dt="2019-07-11T03:51:10.145" v="341" actId="1076"/>
          <ac:spMkLst>
            <pc:docMk/>
            <pc:sldMk cId="4038480941" sldId="298"/>
            <ac:spMk id="34" creationId="{7C9915D2-C276-4C22-B38B-B90559159895}"/>
          </ac:spMkLst>
        </pc:spChg>
        <pc:spChg chg="add mod">
          <ac:chgData name="Stephen Wang" userId="2033283f466edd32" providerId="LiveId" clId="{885A957D-35B4-47B3-B23D-EEC21627272E}" dt="2019-07-11T03:51:10.145" v="341" actId="1076"/>
          <ac:spMkLst>
            <pc:docMk/>
            <pc:sldMk cId="4038480941" sldId="298"/>
            <ac:spMk id="35" creationId="{1A05B11F-92B7-4879-AEA1-87184AAF4E0A}"/>
          </ac:spMkLst>
        </pc:spChg>
        <pc:spChg chg="add del mod">
          <ac:chgData name="Stephen Wang" userId="2033283f466edd32" providerId="LiveId" clId="{885A957D-35B4-47B3-B23D-EEC21627272E}" dt="2019-07-11T03:34:01.373" v="205"/>
          <ac:spMkLst>
            <pc:docMk/>
            <pc:sldMk cId="4038480941" sldId="298"/>
            <ac:spMk id="37" creationId="{6ACC24EB-71C5-4994-B630-97C4DCD1A93E}"/>
          </ac:spMkLst>
        </pc:spChg>
        <pc:spChg chg="add mod">
          <ac:chgData name="Stephen Wang" userId="2033283f466edd32" providerId="LiveId" clId="{885A957D-35B4-47B3-B23D-EEC21627272E}" dt="2019-07-11T03:34:14.270" v="209" actId="14100"/>
          <ac:spMkLst>
            <pc:docMk/>
            <pc:sldMk cId="4038480941" sldId="298"/>
            <ac:spMk id="39" creationId="{B1B30DC2-AFF8-4299-9F6E-A4D824C0E1A1}"/>
          </ac:spMkLst>
        </pc:spChg>
        <pc:spChg chg="add mod">
          <ac:chgData name="Stephen Wang" userId="2033283f466edd32" providerId="LiveId" clId="{885A957D-35B4-47B3-B23D-EEC21627272E}" dt="2019-07-11T03:34:25.254" v="212" actId="14100"/>
          <ac:spMkLst>
            <pc:docMk/>
            <pc:sldMk cId="4038480941" sldId="298"/>
            <ac:spMk id="40" creationId="{26C579F5-05D6-40A9-BFD4-34A800495E4B}"/>
          </ac:spMkLst>
        </pc:spChg>
        <pc:spChg chg="add mod">
          <ac:chgData name="Stephen Wang" userId="2033283f466edd32" providerId="LiveId" clId="{885A957D-35B4-47B3-B23D-EEC21627272E}" dt="2019-07-11T03:34:35.583" v="216" actId="1076"/>
          <ac:spMkLst>
            <pc:docMk/>
            <pc:sldMk cId="4038480941" sldId="298"/>
            <ac:spMk id="41" creationId="{BFA97FD2-9543-47E2-9FF3-8160367F03C2}"/>
          </ac:spMkLst>
        </pc:spChg>
        <pc:spChg chg="add mod">
          <ac:chgData name="Stephen Wang" userId="2033283f466edd32" providerId="LiveId" clId="{885A957D-35B4-47B3-B23D-EEC21627272E}" dt="2019-07-11T03:51:33.931" v="344" actId="1076"/>
          <ac:spMkLst>
            <pc:docMk/>
            <pc:sldMk cId="4038480941" sldId="298"/>
            <ac:spMk id="42" creationId="{0FBC35AE-03AE-436D-BEEC-D2C5D7786E8F}"/>
          </ac:spMkLst>
        </pc:spChg>
        <pc:spChg chg="add mod">
          <ac:chgData name="Stephen Wang" userId="2033283f466edd32" providerId="LiveId" clId="{885A957D-35B4-47B3-B23D-EEC21627272E}" dt="2019-07-11T03:51:33.931" v="344" actId="1076"/>
          <ac:spMkLst>
            <pc:docMk/>
            <pc:sldMk cId="4038480941" sldId="298"/>
            <ac:spMk id="43" creationId="{49A7BFCE-5423-481B-BA9B-B29BB56B5865}"/>
          </ac:spMkLst>
        </pc:spChg>
        <pc:spChg chg="add mod">
          <ac:chgData name="Stephen Wang" userId="2033283f466edd32" providerId="LiveId" clId="{885A957D-35B4-47B3-B23D-EEC21627272E}" dt="2019-07-11T05:27:30.863" v="1306" actId="20577"/>
          <ac:spMkLst>
            <pc:docMk/>
            <pc:sldMk cId="4038480941" sldId="298"/>
            <ac:spMk id="44" creationId="{BC223A56-8D35-4F89-A247-F25772F1368F}"/>
          </ac:spMkLst>
        </pc:spChg>
        <pc:spChg chg="add">
          <ac:chgData name="Stephen Wang" userId="2033283f466edd32" providerId="LiveId" clId="{885A957D-35B4-47B3-B23D-EEC21627272E}" dt="2019-07-11T05:27:36.014" v="1307"/>
          <ac:spMkLst>
            <pc:docMk/>
            <pc:sldMk cId="4038480941" sldId="298"/>
            <ac:spMk id="45" creationId="{BC223A56-8D35-4F89-A247-F25772F1368F}"/>
          </ac:spMkLst>
        </pc:spChg>
        <pc:spChg chg="add mod">
          <ac:chgData name="Stephen Wang" userId="2033283f466edd32" providerId="LiveId" clId="{885A957D-35B4-47B3-B23D-EEC21627272E}" dt="2019-07-11T05:27:50.956" v="1316" actId="20577"/>
          <ac:spMkLst>
            <pc:docMk/>
            <pc:sldMk cId="4038480941" sldId="298"/>
            <ac:spMk id="46" creationId="{49F6FEC2-8D6E-48C1-93E0-2C31D5A08054}"/>
          </ac:spMkLst>
        </pc:spChg>
        <pc:picChg chg="add del mod">
          <ac:chgData name="Stephen Wang" userId="2033283f466edd32" providerId="LiveId" clId="{885A957D-35B4-47B3-B23D-EEC21627272E}" dt="2019-07-11T03:27:50.578" v="131" actId="478"/>
          <ac:picMkLst>
            <pc:docMk/>
            <pc:sldMk cId="4038480941" sldId="298"/>
            <ac:picMk id="10" creationId="{F195F319-92B5-4987-BAE8-751F690E544F}"/>
          </ac:picMkLst>
        </pc:picChg>
        <pc:picChg chg="add del mod">
          <ac:chgData name="Stephen Wang" userId="2033283f466edd32" providerId="LiveId" clId="{885A957D-35B4-47B3-B23D-EEC21627272E}" dt="2019-07-11T03:32:53.285" v="185" actId="478"/>
          <ac:picMkLst>
            <pc:docMk/>
            <pc:sldMk cId="4038480941" sldId="298"/>
            <ac:picMk id="13" creationId="{21589C65-9D0E-4F79-A5B1-8C6B5A14A578}"/>
          </ac:picMkLst>
        </pc:picChg>
        <pc:picChg chg="add del mod">
          <ac:chgData name="Stephen Wang" userId="2033283f466edd32" providerId="LiveId" clId="{885A957D-35B4-47B3-B23D-EEC21627272E}" dt="2019-07-11T03:33:46.479" v="204" actId="478"/>
          <ac:picMkLst>
            <pc:docMk/>
            <pc:sldMk cId="4038480941" sldId="298"/>
            <ac:picMk id="14" creationId="{E8C53F67-F07B-4325-B545-BEBEA0505903}"/>
          </ac:picMkLst>
        </pc:picChg>
        <pc:picChg chg="add del">
          <ac:chgData name="Stephen Wang" userId="2033283f466edd32" providerId="LiveId" clId="{885A957D-35B4-47B3-B23D-EEC21627272E}" dt="2019-07-16T01:16:38.943" v="3331"/>
          <ac:picMkLst>
            <pc:docMk/>
            <pc:sldMk cId="4038480941" sldId="298"/>
            <ac:picMk id="16" creationId="{8E6341F0-DB8D-4A38-B32B-0C7ED66BA269}"/>
          </ac:picMkLst>
        </pc:picChg>
        <pc:picChg chg="add del">
          <ac:chgData name="Stephen Wang" userId="2033283f466edd32" providerId="LiveId" clId="{885A957D-35B4-47B3-B23D-EEC21627272E}" dt="2019-07-11T03:32:46.757" v="182"/>
          <ac:picMkLst>
            <pc:docMk/>
            <pc:sldMk cId="4038480941" sldId="298"/>
            <ac:picMk id="17" creationId="{B2497D5B-0D79-4FCA-9A5D-6166120358A5}"/>
          </ac:picMkLst>
        </pc:picChg>
        <pc:picChg chg="del">
          <ac:chgData name="Stephen Wang" userId="2033283f466edd32" providerId="LiveId" clId="{885A957D-35B4-47B3-B23D-EEC21627272E}" dt="2019-07-11T03:26:50.082" v="129" actId="478"/>
          <ac:picMkLst>
            <pc:docMk/>
            <pc:sldMk cId="4038480941" sldId="298"/>
            <ac:picMk id="21" creationId="{165ED543-7E2B-42AF-85CD-7ECE5F337A42}"/>
          </ac:picMkLst>
        </pc:picChg>
        <pc:picChg chg="add del">
          <ac:chgData name="Stephen Wang" userId="2033283f466edd32" providerId="LiveId" clId="{885A957D-35B4-47B3-B23D-EEC21627272E}" dt="2019-07-11T03:26:49.207" v="128" actId="478"/>
          <ac:picMkLst>
            <pc:docMk/>
            <pc:sldMk cId="4038480941" sldId="298"/>
            <ac:picMk id="22" creationId="{8A42AACF-E658-4E45-B06C-0DF63B9842DF}"/>
          </ac:picMkLst>
        </pc:picChg>
        <pc:picChg chg="add del mod">
          <ac:chgData name="Stephen Wang" userId="2033283f466edd32" providerId="LiveId" clId="{885A957D-35B4-47B3-B23D-EEC21627272E}" dt="2019-07-11T03:32:45.504" v="180"/>
          <ac:picMkLst>
            <pc:docMk/>
            <pc:sldMk cId="4038480941" sldId="298"/>
            <ac:picMk id="29" creationId="{07D2CB2E-AF79-48E2-9BF6-2D646E4FD1DF}"/>
          </ac:picMkLst>
        </pc:picChg>
        <pc:picChg chg="add del">
          <ac:chgData name="Stephen Wang" userId="2033283f466edd32" providerId="LiveId" clId="{885A957D-35B4-47B3-B23D-EEC21627272E}" dt="2019-07-11T03:32:55.204" v="187" actId="478"/>
          <ac:picMkLst>
            <pc:docMk/>
            <pc:sldMk cId="4038480941" sldId="298"/>
            <ac:picMk id="31" creationId="{700B95D5-856D-4F03-BDA0-17CBCA339EFD}"/>
          </ac:picMkLst>
        </pc:picChg>
        <pc:picChg chg="add mod">
          <ac:chgData name="Stephen Wang" userId="2033283f466edd32" providerId="LiveId" clId="{885A957D-35B4-47B3-B23D-EEC21627272E}" dt="2019-07-11T03:51:10.145" v="341" actId="1076"/>
          <ac:picMkLst>
            <pc:docMk/>
            <pc:sldMk cId="4038480941" sldId="298"/>
            <ac:picMk id="32" creationId="{733BF11C-5AF5-4C12-BF03-502ACEC2E78F}"/>
          </ac:picMkLst>
        </pc:picChg>
        <pc:picChg chg="add mod">
          <ac:chgData name="Stephen Wang" userId="2033283f466edd32" providerId="LiveId" clId="{885A957D-35B4-47B3-B23D-EEC21627272E}" dt="2019-07-11T03:34:01.373" v="205"/>
          <ac:picMkLst>
            <pc:docMk/>
            <pc:sldMk cId="4038480941" sldId="298"/>
            <ac:picMk id="38" creationId="{79DEA7A8-5E25-4AEC-945F-D407C8A12A6C}"/>
          </ac:picMkLst>
        </pc:picChg>
      </pc:sldChg>
      <pc:sldChg chg="addSp delSp modSp add modTransition">
        <pc:chgData name="Stephen Wang" userId="2033283f466edd32" providerId="LiveId" clId="{885A957D-35B4-47B3-B23D-EEC21627272E}" dt="2019-07-25T11:13:34.449" v="3355"/>
        <pc:sldMkLst>
          <pc:docMk/>
          <pc:sldMk cId="1690758726" sldId="299"/>
        </pc:sldMkLst>
        <pc:spChg chg="mod">
          <ac:chgData name="Stephen Wang" userId="2033283f466edd32" providerId="LiveId" clId="{885A957D-35B4-47B3-B23D-EEC21627272E}" dt="2019-07-11T03:42:44.200" v="281" actId="1076"/>
          <ac:spMkLst>
            <pc:docMk/>
            <pc:sldMk cId="1690758726" sldId="299"/>
            <ac:spMk id="4" creationId="{BCA26E42-DB6D-4B2B-A70B-BEBE7CDF81D2}"/>
          </ac:spMkLst>
        </pc:spChg>
        <pc:spChg chg="add del mod">
          <ac:chgData name="Stephen Wang" userId="2033283f466edd32" providerId="LiveId" clId="{885A957D-35B4-47B3-B23D-EEC21627272E}" dt="2019-07-11T03:35:49.457" v="217"/>
          <ac:spMkLst>
            <pc:docMk/>
            <pc:sldMk cId="1690758726" sldId="299"/>
            <ac:spMk id="5" creationId="{AEBE40DD-1F6E-4CE8-8A20-A5DD5207DA6D}"/>
          </ac:spMkLst>
        </pc:spChg>
        <pc:spChg chg="add del mod">
          <ac:chgData name="Stephen Wang" userId="2033283f466edd32" providerId="LiveId" clId="{885A957D-35B4-47B3-B23D-EEC21627272E}" dt="2019-07-11T03:31:45.224" v="166"/>
          <ac:spMkLst>
            <pc:docMk/>
            <pc:sldMk cId="1690758726" sldId="299"/>
            <ac:spMk id="7" creationId="{D8F4E511-5965-48F5-AAC8-489720EE5927}"/>
          </ac:spMkLst>
        </pc:spChg>
        <pc:spChg chg="add mod">
          <ac:chgData name="Stephen Wang" userId="2033283f466edd32" providerId="LiveId" clId="{885A957D-35B4-47B3-B23D-EEC21627272E}" dt="2019-07-11T03:43:49.949" v="308" actId="1076"/>
          <ac:spMkLst>
            <pc:docMk/>
            <pc:sldMk cId="1690758726" sldId="299"/>
            <ac:spMk id="11" creationId="{B1B70842-52D5-466E-97C8-A565FF86BC22}"/>
          </ac:spMkLst>
        </pc:spChg>
        <pc:spChg chg="add mod">
          <ac:chgData name="Stephen Wang" userId="2033283f466edd32" providerId="LiveId" clId="{885A957D-35B4-47B3-B23D-EEC21627272E}" dt="2019-07-11T03:42:37.197" v="279" actId="1076"/>
          <ac:spMkLst>
            <pc:docMk/>
            <pc:sldMk cId="1690758726" sldId="299"/>
            <ac:spMk id="17" creationId="{8A0A4313-E4D2-4009-853E-1732C16D3903}"/>
          </ac:spMkLst>
        </pc:spChg>
        <pc:spChg chg="add mod">
          <ac:chgData name="Stephen Wang" userId="2033283f466edd32" providerId="LiveId" clId="{885A957D-35B4-47B3-B23D-EEC21627272E}" dt="2019-07-11T03:42:37.197" v="279" actId="1076"/>
          <ac:spMkLst>
            <pc:docMk/>
            <pc:sldMk cId="1690758726" sldId="299"/>
            <ac:spMk id="18" creationId="{88922AA4-6319-48A0-99AD-75F3DB3FA945}"/>
          </ac:spMkLst>
        </pc:spChg>
        <pc:spChg chg="del">
          <ac:chgData name="Stephen Wang" userId="2033283f466edd32" providerId="LiveId" clId="{885A957D-35B4-47B3-B23D-EEC21627272E}" dt="2019-07-11T03:30:34.107" v="163" actId="478"/>
          <ac:spMkLst>
            <pc:docMk/>
            <pc:sldMk cId="1690758726" sldId="299"/>
            <ac:spMk id="19" creationId="{1833DEE3-41E0-440B-8DB8-449892343256}"/>
          </ac:spMkLst>
        </pc:spChg>
        <pc:spChg chg="del">
          <ac:chgData name="Stephen Wang" userId="2033283f466edd32" providerId="LiveId" clId="{885A957D-35B4-47B3-B23D-EEC21627272E}" dt="2019-07-11T03:30:34.107" v="163" actId="478"/>
          <ac:spMkLst>
            <pc:docMk/>
            <pc:sldMk cId="1690758726" sldId="299"/>
            <ac:spMk id="20" creationId="{2DA6136E-7FED-4066-88D2-C218C210A51D}"/>
          </ac:spMkLst>
        </pc:spChg>
        <pc:spChg chg="add mod">
          <ac:chgData name="Stephen Wang" userId="2033283f466edd32" providerId="LiveId" clId="{885A957D-35B4-47B3-B23D-EEC21627272E}" dt="2019-07-11T03:36:05.751" v="224" actId="14100"/>
          <ac:spMkLst>
            <pc:docMk/>
            <pc:sldMk cId="1690758726" sldId="299"/>
            <ac:spMk id="21" creationId="{38A60C2A-8D06-4EB3-8FE4-F9062BDD6926}"/>
          </ac:spMkLst>
        </pc:spChg>
        <pc:spChg chg="add mod">
          <ac:chgData name="Stephen Wang" userId="2033283f466edd32" providerId="LiveId" clId="{885A957D-35B4-47B3-B23D-EEC21627272E}" dt="2019-07-11T03:36:38.263" v="235" actId="14100"/>
          <ac:spMkLst>
            <pc:docMk/>
            <pc:sldMk cId="1690758726" sldId="299"/>
            <ac:spMk id="22" creationId="{A5A3D5C2-5120-45DE-98AB-83182EF3E621}"/>
          </ac:spMkLst>
        </pc:spChg>
        <pc:spChg chg="add mod">
          <ac:chgData name="Stephen Wang" userId="2033283f466edd32" providerId="LiveId" clId="{885A957D-35B4-47B3-B23D-EEC21627272E}" dt="2019-07-11T03:36:33.880" v="233" actId="1076"/>
          <ac:spMkLst>
            <pc:docMk/>
            <pc:sldMk cId="1690758726" sldId="299"/>
            <ac:spMk id="23" creationId="{4D1D7A89-2512-46E0-A30B-438D8E24C6D9}"/>
          </ac:spMkLst>
        </pc:spChg>
        <pc:spChg chg="add del">
          <ac:chgData name="Stephen Wang" userId="2033283f466edd32" providerId="LiveId" clId="{885A957D-35B4-47B3-B23D-EEC21627272E}" dt="2019-07-11T03:42:55.498" v="284"/>
          <ac:spMkLst>
            <pc:docMk/>
            <pc:sldMk cId="1690758726" sldId="299"/>
            <ac:spMk id="25" creationId="{12130BDA-B899-4824-BDC3-EF15412D56D0}"/>
          </ac:spMkLst>
        </pc:spChg>
        <pc:spChg chg="del">
          <ac:chgData name="Stephen Wang" userId="2033283f466edd32" providerId="LiveId" clId="{885A957D-35B4-47B3-B23D-EEC21627272E}" dt="2019-07-11T03:30:34.107" v="163" actId="478"/>
          <ac:spMkLst>
            <pc:docMk/>
            <pc:sldMk cId="1690758726" sldId="299"/>
            <ac:spMk id="26" creationId="{FA705257-BEBC-43A2-B94C-DBBAB1C9EFC5}"/>
          </ac:spMkLst>
        </pc:spChg>
        <pc:spChg chg="del">
          <ac:chgData name="Stephen Wang" userId="2033283f466edd32" providerId="LiveId" clId="{885A957D-35B4-47B3-B23D-EEC21627272E}" dt="2019-07-11T03:30:34.107" v="163" actId="478"/>
          <ac:spMkLst>
            <pc:docMk/>
            <pc:sldMk cId="1690758726" sldId="299"/>
            <ac:spMk id="27" creationId="{7CB73E6E-8E7E-4A01-83CF-585F9FB50414}"/>
          </ac:spMkLst>
        </pc:spChg>
        <pc:spChg chg="del">
          <ac:chgData name="Stephen Wang" userId="2033283f466edd32" providerId="LiveId" clId="{885A957D-35B4-47B3-B23D-EEC21627272E}" dt="2019-07-11T03:30:34.107" v="163" actId="478"/>
          <ac:spMkLst>
            <pc:docMk/>
            <pc:sldMk cId="1690758726" sldId="299"/>
            <ac:spMk id="28" creationId="{9ECACC7D-152F-4E40-A7C3-FA9CFD91BFDB}"/>
          </ac:spMkLst>
        </pc:spChg>
        <pc:spChg chg="add mod">
          <ac:chgData name="Stephen Wang" userId="2033283f466edd32" providerId="LiveId" clId="{885A957D-35B4-47B3-B23D-EEC21627272E}" dt="2019-07-11T03:43:02.233" v="286" actId="1076"/>
          <ac:spMkLst>
            <pc:docMk/>
            <pc:sldMk cId="1690758726" sldId="299"/>
            <ac:spMk id="30" creationId="{BD0F9E5A-3487-4A17-9153-5381FBB86A3E}"/>
          </ac:spMkLst>
        </pc:spChg>
        <pc:spChg chg="add mod">
          <ac:chgData name="Stephen Wang" userId="2033283f466edd32" providerId="LiveId" clId="{885A957D-35B4-47B3-B23D-EEC21627272E}" dt="2019-07-11T05:29:11.901" v="1395" actId="20577"/>
          <ac:spMkLst>
            <pc:docMk/>
            <pc:sldMk cId="1690758726" sldId="299"/>
            <ac:spMk id="31" creationId="{BC223A56-8D35-4F89-A247-F25772F1368F}"/>
          </ac:spMkLst>
        </pc:spChg>
        <pc:spChg chg="add mod">
          <ac:chgData name="Stephen Wang" userId="2033283f466edd32" providerId="LiveId" clId="{885A957D-35B4-47B3-B23D-EEC21627272E}" dt="2019-07-11T05:26:42.899" v="1257" actId="20577"/>
          <ac:spMkLst>
            <pc:docMk/>
            <pc:sldMk cId="1690758726" sldId="299"/>
            <ac:spMk id="32" creationId="{BC223A56-8D35-4F89-A247-F25772F1368F}"/>
          </ac:spMkLst>
        </pc:spChg>
        <pc:picChg chg="add del mod">
          <ac:chgData name="Stephen Wang" userId="2033283f466edd32" providerId="LiveId" clId="{885A957D-35B4-47B3-B23D-EEC21627272E}" dt="2019-07-11T03:31:29.783" v="165"/>
          <ac:picMkLst>
            <pc:docMk/>
            <pc:sldMk cId="1690758726" sldId="299"/>
            <ac:picMk id="8" creationId="{45352A2F-6385-45BB-A9AF-EEC767DB5DA5}"/>
          </ac:picMkLst>
        </pc:picChg>
        <pc:picChg chg="add mod">
          <ac:chgData name="Stephen Wang" userId="2033283f466edd32" providerId="LiveId" clId="{885A957D-35B4-47B3-B23D-EEC21627272E}" dt="2019-07-11T03:42:37.197" v="279" actId="1076"/>
          <ac:picMkLst>
            <pc:docMk/>
            <pc:sldMk cId="1690758726" sldId="299"/>
            <ac:picMk id="9" creationId="{31084EB4-02A0-4C90-8F53-949A032A1B6A}"/>
          </ac:picMkLst>
        </pc:picChg>
        <pc:picChg chg="add mod">
          <ac:chgData name="Stephen Wang" userId="2033283f466edd32" providerId="LiveId" clId="{885A957D-35B4-47B3-B23D-EEC21627272E}" dt="2019-07-11T03:36:28.481" v="232" actId="1076"/>
          <ac:picMkLst>
            <pc:docMk/>
            <pc:sldMk cId="1690758726" sldId="299"/>
            <ac:picMk id="10" creationId="{AB1D3E26-B6F0-42F1-A8F9-FBF0FB3FA7F2}"/>
          </ac:picMkLst>
        </pc:picChg>
        <pc:picChg chg="del">
          <ac:chgData name="Stephen Wang" userId="2033283f466edd32" providerId="LiveId" clId="{885A957D-35B4-47B3-B23D-EEC21627272E}" dt="2019-07-11T03:30:34.107" v="163" actId="478"/>
          <ac:picMkLst>
            <pc:docMk/>
            <pc:sldMk cId="1690758726" sldId="299"/>
            <ac:picMk id="13" creationId="{21589C65-9D0E-4F79-A5B1-8C6B5A14A578}"/>
          </ac:picMkLst>
        </pc:picChg>
        <pc:picChg chg="del">
          <ac:chgData name="Stephen Wang" userId="2033283f466edd32" providerId="LiveId" clId="{885A957D-35B4-47B3-B23D-EEC21627272E}" dt="2019-07-11T03:30:34.107" v="163" actId="478"/>
          <ac:picMkLst>
            <pc:docMk/>
            <pc:sldMk cId="1690758726" sldId="299"/>
            <ac:picMk id="14" creationId="{E8C53F67-F07B-4325-B545-BEBEA0505903}"/>
          </ac:picMkLst>
        </pc:picChg>
        <pc:picChg chg="add del">
          <ac:chgData name="Stephen Wang" userId="2033283f466edd32" providerId="LiveId" clId="{885A957D-35B4-47B3-B23D-EEC21627272E}" dt="2019-07-11T03:42:55.498" v="284"/>
          <ac:picMkLst>
            <pc:docMk/>
            <pc:sldMk cId="1690758726" sldId="299"/>
            <ac:picMk id="24" creationId="{A6376A18-8D7C-4911-A09E-C782FD326847}"/>
          </ac:picMkLst>
        </pc:picChg>
        <pc:picChg chg="add mod">
          <ac:chgData name="Stephen Wang" userId="2033283f466edd32" providerId="LiveId" clId="{885A957D-35B4-47B3-B23D-EEC21627272E}" dt="2019-07-11T03:43:02.233" v="286" actId="1076"/>
          <ac:picMkLst>
            <pc:docMk/>
            <pc:sldMk cId="1690758726" sldId="299"/>
            <ac:picMk id="29" creationId="{856E7259-4C7B-4FB4-9EC0-6DC1733F7C98}"/>
          </ac:picMkLst>
        </pc:picChg>
      </pc:sldChg>
      <pc:sldChg chg="addSp delSp modSp add modTransition">
        <pc:chgData name="Stephen Wang" userId="2033283f466edd32" providerId="LiveId" clId="{885A957D-35B4-47B3-B23D-EEC21627272E}" dt="2019-07-25T11:13:47.103" v="3356"/>
        <pc:sldMkLst>
          <pc:docMk/>
          <pc:sldMk cId="2381884190" sldId="300"/>
        </pc:sldMkLst>
        <pc:spChg chg="mod">
          <ac:chgData name="Stephen Wang" userId="2033283f466edd32" providerId="LiveId" clId="{885A957D-35B4-47B3-B23D-EEC21627272E}" dt="2019-07-11T04:49:40.597" v="819" actId="20577"/>
          <ac:spMkLst>
            <pc:docMk/>
            <pc:sldMk cId="2381884190" sldId="300"/>
            <ac:spMk id="2" creationId="{37215952-9A25-4CE1-8594-098D45C009A8}"/>
          </ac:spMkLst>
        </pc:spChg>
        <pc:spChg chg="add del mod">
          <ac:chgData name="Stephen Wang" userId="2033283f466edd32" providerId="LiveId" clId="{885A957D-35B4-47B3-B23D-EEC21627272E}" dt="2019-07-11T03:49:24.603" v="327" actId="478"/>
          <ac:spMkLst>
            <pc:docMk/>
            <pc:sldMk cId="2381884190" sldId="300"/>
            <ac:spMk id="6" creationId="{4107932B-CA29-48E8-90DE-BD2D055B5605}"/>
          </ac:spMkLst>
        </pc:spChg>
        <pc:spChg chg="del">
          <ac:chgData name="Stephen Wang" userId="2033283f466edd32" providerId="LiveId" clId="{885A957D-35B4-47B3-B23D-EEC21627272E}" dt="2019-07-11T03:50:00.878" v="338" actId="478"/>
          <ac:spMkLst>
            <pc:docMk/>
            <pc:sldMk cId="2381884190" sldId="300"/>
            <ac:spMk id="9" creationId="{A61BB3E3-97FA-400C-B1C6-31FF8A2F18ED}"/>
          </ac:spMkLst>
        </pc:spChg>
        <pc:spChg chg="add del mod">
          <ac:chgData name="Stephen Wang" userId="2033283f466edd32" providerId="LiveId" clId="{885A957D-35B4-47B3-B23D-EEC21627272E}" dt="2019-07-11T03:49:29.428" v="330"/>
          <ac:spMkLst>
            <pc:docMk/>
            <pc:sldMk cId="2381884190" sldId="300"/>
            <ac:spMk id="10" creationId="{C3A00B64-B931-491D-A190-FFEAB2B7A81B}"/>
          </ac:spMkLst>
        </pc:spChg>
        <pc:spChg chg="add mod">
          <ac:chgData name="Stephen Wang" userId="2033283f466edd32" providerId="LiveId" clId="{885A957D-35B4-47B3-B23D-EEC21627272E}" dt="2019-07-11T04:48:42.550" v="798" actId="14100"/>
          <ac:spMkLst>
            <pc:docMk/>
            <pc:sldMk cId="2381884190" sldId="300"/>
            <ac:spMk id="13" creationId="{49F308B6-D3C3-415F-AE3F-3B70DAFF82F7}"/>
          </ac:spMkLst>
        </pc:spChg>
        <pc:spChg chg="del">
          <ac:chgData name="Stephen Wang" userId="2033283f466edd32" providerId="LiveId" clId="{885A957D-35B4-47B3-B23D-EEC21627272E}" dt="2019-07-11T03:49:26.226" v="328" actId="478"/>
          <ac:spMkLst>
            <pc:docMk/>
            <pc:sldMk cId="2381884190" sldId="300"/>
            <ac:spMk id="14" creationId="{C72E3F0A-E5F4-4A91-92AD-2E1E00D8CDA8}"/>
          </ac:spMkLst>
        </pc:spChg>
        <pc:spChg chg="add del mod">
          <ac:chgData name="Stephen Wang" userId="2033283f466edd32" providerId="LiveId" clId="{885A957D-35B4-47B3-B23D-EEC21627272E}" dt="2019-07-11T04:28:16.797" v="345"/>
          <ac:spMkLst>
            <pc:docMk/>
            <pc:sldMk cId="2381884190" sldId="300"/>
            <ac:spMk id="15" creationId="{7437B328-EDC4-4DC0-8B8E-AF150A0F5515}"/>
          </ac:spMkLst>
        </pc:spChg>
        <pc:spChg chg="add mod">
          <ac:chgData name="Stephen Wang" userId="2033283f466edd32" providerId="LiveId" clId="{885A957D-35B4-47B3-B23D-EEC21627272E}" dt="2019-07-11T05:25:26.533" v="1197" actId="20577"/>
          <ac:spMkLst>
            <pc:docMk/>
            <pc:sldMk cId="2381884190" sldId="300"/>
            <ac:spMk id="18" creationId="{860C5F0F-848F-43EB-AA38-03C7974EB129}"/>
          </ac:spMkLst>
        </pc:spChg>
        <pc:spChg chg="add mod">
          <ac:chgData name="Stephen Wang" userId="2033283f466edd32" providerId="LiveId" clId="{885A957D-35B4-47B3-B23D-EEC21627272E}" dt="2019-07-11T05:25:41.418" v="1210" actId="20577"/>
          <ac:spMkLst>
            <pc:docMk/>
            <pc:sldMk cId="2381884190" sldId="300"/>
            <ac:spMk id="19" creationId="{B6963143-A7CC-44EA-8992-39F1BA389E64}"/>
          </ac:spMkLst>
        </pc:spChg>
        <pc:spChg chg="add mod">
          <ac:chgData name="Stephen Wang" userId="2033283f466edd32" providerId="LiveId" clId="{885A957D-35B4-47B3-B23D-EEC21627272E}" dt="2019-07-11T05:25:55.866" v="1222" actId="20577"/>
          <ac:spMkLst>
            <pc:docMk/>
            <pc:sldMk cId="2381884190" sldId="300"/>
            <ac:spMk id="20" creationId="{BC223A56-8D35-4F89-A247-F25772F1368F}"/>
          </ac:spMkLst>
        </pc:spChg>
        <pc:picChg chg="del">
          <ac:chgData name="Stephen Wang" userId="2033283f466edd32" providerId="LiveId" clId="{885A957D-35B4-47B3-B23D-EEC21627272E}" dt="2019-07-11T03:50:00.878" v="338" actId="478"/>
          <ac:picMkLst>
            <pc:docMk/>
            <pc:sldMk cId="2381884190" sldId="300"/>
            <ac:picMk id="3" creationId="{3A8EA482-8709-4957-8B1D-C670B8243673}"/>
          </ac:picMkLst>
        </pc:picChg>
        <pc:picChg chg="add del">
          <ac:chgData name="Stephen Wang" userId="2033283f466edd32" providerId="LiveId" clId="{885A957D-35B4-47B3-B23D-EEC21627272E}" dt="2019-07-11T03:49:27.728" v="329" actId="478"/>
          <ac:picMkLst>
            <pc:docMk/>
            <pc:sldMk cId="2381884190" sldId="300"/>
            <ac:picMk id="8" creationId="{39DA86AA-DFFC-4957-995E-976AC33D6C7F}"/>
          </ac:picMkLst>
        </pc:picChg>
        <pc:picChg chg="add mod">
          <ac:chgData name="Stephen Wang" userId="2033283f466edd32" providerId="LiveId" clId="{885A957D-35B4-47B3-B23D-EEC21627272E}" dt="2019-07-11T04:48:37.844" v="796" actId="1076"/>
          <ac:picMkLst>
            <pc:docMk/>
            <pc:sldMk cId="2381884190" sldId="300"/>
            <ac:picMk id="11" creationId="{4CDC8B5B-A48B-4045-8EA9-E04CA05E5D5B}"/>
          </ac:picMkLst>
        </pc:picChg>
        <pc:picChg chg="add mod">
          <ac:chgData name="Stephen Wang" userId="2033283f466edd32" providerId="LiveId" clId="{885A957D-35B4-47B3-B23D-EEC21627272E}" dt="2019-07-11T04:48:31.121" v="795" actId="1076"/>
          <ac:picMkLst>
            <pc:docMk/>
            <pc:sldMk cId="2381884190" sldId="300"/>
            <ac:picMk id="16" creationId="{0A693193-B698-4D3B-800C-962C6800F9FA}"/>
          </ac:picMkLst>
        </pc:picChg>
        <pc:picChg chg="add mod">
          <ac:chgData name="Stephen Wang" userId="2033283f466edd32" providerId="LiveId" clId="{885A957D-35B4-47B3-B23D-EEC21627272E}" dt="2019-07-11T04:48:31.121" v="795" actId="1076"/>
          <ac:picMkLst>
            <pc:docMk/>
            <pc:sldMk cId="2381884190" sldId="300"/>
            <ac:picMk id="17" creationId="{4F686982-B4D7-442C-984F-A0EB3A2E7546}"/>
          </ac:picMkLst>
        </pc:picChg>
      </pc:sldChg>
      <pc:sldChg chg="modSp add">
        <pc:chgData name="Stephen Wang" userId="2033283f466edd32" providerId="LiveId" clId="{885A957D-35B4-47B3-B23D-EEC21627272E}" dt="2019-07-11T04:39:58.540" v="645" actId="20577"/>
        <pc:sldMkLst>
          <pc:docMk/>
          <pc:sldMk cId="2410876070" sldId="302"/>
        </pc:sldMkLst>
        <pc:spChg chg="mod">
          <ac:chgData name="Stephen Wang" userId="2033283f466edd32" providerId="LiveId" clId="{885A957D-35B4-47B3-B23D-EEC21627272E}" dt="2019-07-11T04:39:58.540" v="645" actId="20577"/>
          <ac:spMkLst>
            <pc:docMk/>
            <pc:sldMk cId="2410876070" sldId="302"/>
            <ac:spMk id="4" creationId="{69C51D9E-F792-4069-A1B7-56FDA6317FEE}"/>
          </ac:spMkLst>
        </pc:spChg>
      </pc:sldChg>
      <pc:sldChg chg="modSp add">
        <pc:chgData name="Stephen Wang" userId="2033283f466edd32" providerId="LiveId" clId="{885A957D-35B4-47B3-B23D-EEC21627272E}" dt="2019-07-11T04:40:31.196" v="651" actId="114"/>
        <pc:sldMkLst>
          <pc:docMk/>
          <pc:sldMk cId="2388780628" sldId="303"/>
        </pc:sldMkLst>
        <pc:spChg chg="mod">
          <ac:chgData name="Stephen Wang" userId="2033283f466edd32" providerId="LiveId" clId="{885A957D-35B4-47B3-B23D-EEC21627272E}" dt="2019-07-11T04:40:31.196" v="651" actId="114"/>
          <ac:spMkLst>
            <pc:docMk/>
            <pc:sldMk cId="2388780628" sldId="303"/>
            <ac:spMk id="4" creationId="{69C51D9E-F792-4069-A1B7-56FDA6317FEE}"/>
          </ac:spMkLst>
        </pc:spChg>
      </pc:sldChg>
      <pc:sldChg chg="modSp add">
        <pc:chgData name="Stephen Wang" userId="2033283f466edd32" providerId="LiveId" clId="{885A957D-35B4-47B3-B23D-EEC21627272E}" dt="2019-07-11T04:40:57.135" v="662" actId="114"/>
        <pc:sldMkLst>
          <pc:docMk/>
          <pc:sldMk cId="3994016557" sldId="304"/>
        </pc:sldMkLst>
        <pc:spChg chg="mod">
          <ac:chgData name="Stephen Wang" userId="2033283f466edd32" providerId="LiveId" clId="{885A957D-35B4-47B3-B23D-EEC21627272E}" dt="2019-07-11T04:40:57.135" v="662" actId="114"/>
          <ac:spMkLst>
            <pc:docMk/>
            <pc:sldMk cId="3994016557" sldId="304"/>
            <ac:spMk id="4" creationId="{69C51D9E-F792-4069-A1B7-56FDA6317FEE}"/>
          </ac:spMkLst>
        </pc:spChg>
      </pc:sldChg>
      <pc:sldChg chg="modSp add">
        <pc:chgData name="Stephen Wang" userId="2033283f466edd32" providerId="LiveId" clId="{885A957D-35B4-47B3-B23D-EEC21627272E}" dt="2019-07-11T04:41:20.644" v="678" actId="20577"/>
        <pc:sldMkLst>
          <pc:docMk/>
          <pc:sldMk cId="2180268257" sldId="305"/>
        </pc:sldMkLst>
        <pc:spChg chg="mod">
          <ac:chgData name="Stephen Wang" userId="2033283f466edd32" providerId="LiveId" clId="{885A957D-35B4-47B3-B23D-EEC21627272E}" dt="2019-07-11T04:41:20.644" v="678" actId="20577"/>
          <ac:spMkLst>
            <pc:docMk/>
            <pc:sldMk cId="2180268257" sldId="305"/>
            <ac:spMk id="4" creationId="{69C51D9E-F792-4069-A1B7-56FDA6317FEE}"/>
          </ac:spMkLst>
        </pc:spChg>
      </pc:sldChg>
      <pc:sldChg chg="modSp add">
        <pc:chgData name="Stephen Wang" userId="2033283f466edd32" providerId="LiveId" clId="{885A957D-35B4-47B3-B23D-EEC21627272E}" dt="2019-07-11T04:43:41.070" v="790" actId="20577"/>
        <pc:sldMkLst>
          <pc:docMk/>
          <pc:sldMk cId="780389320" sldId="306"/>
        </pc:sldMkLst>
        <pc:spChg chg="mod">
          <ac:chgData name="Stephen Wang" userId="2033283f466edd32" providerId="LiveId" clId="{885A957D-35B4-47B3-B23D-EEC21627272E}" dt="2019-07-11T04:43:41.070" v="790" actId="20577"/>
          <ac:spMkLst>
            <pc:docMk/>
            <pc:sldMk cId="780389320" sldId="306"/>
            <ac:spMk id="4" creationId="{69C51D9E-F792-4069-A1B7-56FDA6317FEE}"/>
          </ac:spMkLst>
        </pc:spChg>
      </pc:sldChg>
      <pc:sldChg chg="addSp delSp modSp add">
        <pc:chgData name="Stephen Wang" userId="2033283f466edd32" providerId="LiveId" clId="{885A957D-35B4-47B3-B23D-EEC21627272E}" dt="2019-07-11T05:29:32.246" v="1409" actId="20577"/>
        <pc:sldMkLst>
          <pc:docMk/>
          <pc:sldMk cId="831974536" sldId="307"/>
        </pc:sldMkLst>
        <pc:spChg chg="add del mod">
          <ac:chgData name="Stephen Wang" userId="2033283f466edd32" providerId="LiveId" clId="{885A957D-35B4-47B3-B23D-EEC21627272E}" dt="2019-07-11T04:57:11.580" v="898" actId="20577"/>
          <ac:spMkLst>
            <pc:docMk/>
            <pc:sldMk cId="831974536" sldId="307"/>
            <ac:spMk id="2" creationId="{37215952-9A25-4CE1-8594-098D45C009A8}"/>
          </ac:spMkLst>
        </pc:spChg>
        <pc:spChg chg="add del">
          <ac:chgData name="Stephen Wang" userId="2033283f466edd32" providerId="LiveId" clId="{885A957D-35B4-47B3-B23D-EEC21627272E}" dt="2019-07-11T04:50:38.680" v="824"/>
          <ac:spMkLst>
            <pc:docMk/>
            <pc:sldMk cId="831974536" sldId="307"/>
            <ac:spMk id="5" creationId="{86D2C13B-F739-437D-8574-26F3149F53C6}"/>
          </ac:spMkLst>
        </pc:spChg>
        <pc:spChg chg="add del mod">
          <ac:chgData name="Stephen Wang" userId="2033283f466edd32" providerId="LiveId" clId="{885A957D-35B4-47B3-B23D-EEC21627272E}" dt="2019-07-11T04:51:30.858" v="828" actId="478"/>
          <ac:spMkLst>
            <pc:docMk/>
            <pc:sldMk cId="831974536" sldId="307"/>
            <ac:spMk id="7" creationId="{90F0DC99-C425-4226-8F6F-19DDE2286CD1}"/>
          </ac:spMkLst>
        </pc:spChg>
        <pc:spChg chg="del">
          <ac:chgData name="Stephen Wang" userId="2033283f466edd32" providerId="LiveId" clId="{885A957D-35B4-47B3-B23D-EEC21627272E}" dt="2019-07-11T04:51:41.547" v="834" actId="478"/>
          <ac:spMkLst>
            <pc:docMk/>
            <pc:sldMk cId="831974536" sldId="307"/>
            <ac:spMk id="9" creationId="{A61BB3E3-97FA-400C-B1C6-31FF8A2F18ED}"/>
          </ac:spMkLst>
        </pc:spChg>
        <pc:spChg chg="add del mod">
          <ac:chgData name="Stephen Wang" userId="2033283f466edd32" providerId="LiveId" clId="{885A957D-35B4-47B3-B23D-EEC21627272E}" dt="2019-07-11T04:52:26.861" v="836"/>
          <ac:spMkLst>
            <pc:docMk/>
            <pc:sldMk cId="831974536" sldId="307"/>
            <ac:spMk id="11" creationId="{630AF1A4-2B6A-43CB-8730-BF80271BAEE5}"/>
          </ac:spMkLst>
        </pc:spChg>
        <pc:spChg chg="add del mod">
          <ac:chgData name="Stephen Wang" userId="2033283f466edd32" providerId="LiveId" clId="{885A957D-35B4-47B3-B23D-EEC21627272E}" dt="2019-07-11T04:54:20.739" v="875"/>
          <ac:spMkLst>
            <pc:docMk/>
            <pc:sldMk cId="831974536" sldId="307"/>
            <ac:spMk id="13" creationId="{239E6543-DF32-4F3D-9D47-08197380FC6C}"/>
          </ac:spMkLst>
        </pc:spChg>
        <pc:spChg chg="add del">
          <ac:chgData name="Stephen Wang" userId="2033283f466edd32" providerId="LiveId" clId="{885A957D-35B4-47B3-B23D-EEC21627272E}" dt="2019-07-11T04:51:37.324" v="832" actId="478"/>
          <ac:spMkLst>
            <pc:docMk/>
            <pc:sldMk cId="831974536" sldId="307"/>
            <ac:spMk id="14" creationId="{C72E3F0A-E5F4-4A91-92AD-2E1E00D8CDA8}"/>
          </ac:spMkLst>
        </pc:spChg>
        <pc:spChg chg="add mod">
          <ac:chgData name="Stephen Wang" userId="2033283f466edd32" providerId="LiveId" clId="{885A957D-35B4-47B3-B23D-EEC21627272E}" dt="2019-07-11T04:52:51.800" v="841" actId="14100"/>
          <ac:spMkLst>
            <pc:docMk/>
            <pc:sldMk cId="831974536" sldId="307"/>
            <ac:spMk id="16" creationId="{60433EB4-EB16-4078-ADB5-3250C2373A02}"/>
          </ac:spMkLst>
        </pc:spChg>
        <pc:spChg chg="add del mod">
          <ac:chgData name="Stephen Wang" userId="2033283f466edd32" providerId="LiveId" clId="{885A957D-35B4-47B3-B23D-EEC21627272E}" dt="2019-07-11T04:55:16.863" v="881"/>
          <ac:spMkLst>
            <pc:docMk/>
            <pc:sldMk cId="831974536" sldId="307"/>
            <ac:spMk id="19" creationId="{F420D282-9488-4B22-B91E-6338040025B7}"/>
          </ac:spMkLst>
        </pc:spChg>
        <pc:spChg chg="add mod">
          <ac:chgData name="Stephen Wang" userId="2033283f466edd32" providerId="LiveId" clId="{885A957D-35B4-47B3-B23D-EEC21627272E}" dt="2019-07-11T04:56:00.411" v="884" actId="14100"/>
          <ac:spMkLst>
            <pc:docMk/>
            <pc:sldMk cId="831974536" sldId="307"/>
            <ac:spMk id="21" creationId="{41B2FD19-8650-41A1-859E-BF0C5746C0A5}"/>
          </ac:spMkLst>
        </pc:spChg>
        <pc:spChg chg="add mod">
          <ac:chgData name="Stephen Wang" userId="2033283f466edd32" providerId="LiveId" clId="{885A957D-35B4-47B3-B23D-EEC21627272E}" dt="2019-07-11T05:29:27.207" v="1402" actId="20577"/>
          <ac:spMkLst>
            <pc:docMk/>
            <pc:sldMk cId="831974536" sldId="307"/>
            <ac:spMk id="22" creationId="{FCB8580C-51C4-48C7-B710-0633C3E6B8CB}"/>
          </ac:spMkLst>
        </pc:spChg>
        <pc:spChg chg="add mod">
          <ac:chgData name="Stephen Wang" userId="2033283f466edd32" providerId="LiveId" clId="{885A957D-35B4-47B3-B23D-EEC21627272E}" dt="2019-07-11T05:29:32.246" v="1409" actId="20577"/>
          <ac:spMkLst>
            <pc:docMk/>
            <pc:sldMk cId="831974536" sldId="307"/>
            <ac:spMk id="23" creationId="{CAB019D6-7610-4DD2-8BCE-7F298EDEAE06}"/>
          </ac:spMkLst>
        </pc:spChg>
        <pc:picChg chg="del mod">
          <ac:chgData name="Stephen Wang" userId="2033283f466edd32" providerId="LiveId" clId="{885A957D-35B4-47B3-B23D-EEC21627272E}" dt="2019-07-11T04:51:42.911" v="835" actId="478"/>
          <ac:picMkLst>
            <pc:docMk/>
            <pc:sldMk cId="831974536" sldId="307"/>
            <ac:picMk id="3" creationId="{3A8EA482-8709-4957-8B1D-C670B8243673}"/>
          </ac:picMkLst>
        </pc:picChg>
        <pc:picChg chg="add del">
          <ac:chgData name="Stephen Wang" userId="2033283f466edd32" providerId="LiveId" clId="{885A957D-35B4-47B3-B23D-EEC21627272E}" dt="2019-07-11T04:51:38.722" v="833" actId="478"/>
          <ac:picMkLst>
            <pc:docMk/>
            <pc:sldMk cId="831974536" sldId="307"/>
            <ac:picMk id="8" creationId="{39DA86AA-DFFC-4957-995E-976AC33D6C7F}"/>
          </ac:picMkLst>
        </pc:picChg>
        <pc:picChg chg="add mod">
          <ac:chgData name="Stephen Wang" userId="2033283f466edd32" providerId="LiveId" clId="{885A957D-35B4-47B3-B23D-EEC21627272E}" dt="2019-07-11T04:52:26.861" v="836"/>
          <ac:picMkLst>
            <pc:docMk/>
            <pc:sldMk cId="831974536" sldId="307"/>
            <ac:picMk id="15" creationId="{EBD6BD4F-7774-4E3C-86EF-504BE2F44262}"/>
          </ac:picMkLst>
        </pc:picChg>
        <pc:picChg chg="add del mod">
          <ac:chgData name="Stephen Wang" userId="2033283f466edd32" providerId="LiveId" clId="{885A957D-35B4-47B3-B23D-EEC21627272E}" dt="2019-07-11T04:54:45.058" v="880" actId="478"/>
          <ac:picMkLst>
            <pc:docMk/>
            <pc:sldMk cId="831974536" sldId="307"/>
            <ac:picMk id="17" creationId="{96522690-55DD-400E-AE18-FB5719A0BE8D}"/>
          </ac:picMkLst>
        </pc:picChg>
        <pc:picChg chg="add mod">
          <ac:chgData name="Stephen Wang" userId="2033283f466edd32" providerId="LiveId" clId="{885A957D-35B4-47B3-B23D-EEC21627272E}" dt="2019-07-11T04:55:16.863" v="881"/>
          <ac:picMkLst>
            <pc:docMk/>
            <pc:sldMk cId="831974536" sldId="307"/>
            <ac:picMk id="20" creationId="{0214DDE5-47F3-46FD-BF18-2FF0A6B4590A}"/>
          </ac:picMkLst>
        </pc:picChg>
      </pc:sldChg>
      <pc:sldChg chg="addSp delSp modSp add ord">
        <pc:chgData name="Stephen Wang" userId="2033283f466edd32" providerId="LiveId" clId="{885A957D-35B4-47B3-B23D-EEC21627272E}" dt="2019-07-11T08:22:29.843" v="3128" actId="1076"/>
        <pc:sldMkLst>
          <pc:docMk/>
          <pc:sldMk cId="2900264881" sldId="308"/>
        </pc:sldMkLst>
        <pc:spChg chg="mod">
          <ac:chgData name="Stephen Wang" userId="2033283f466edd32" providerId="LiveId" clId="{885A957D-35B4-47B3-B23D-EEC21627272E}" dt="2019-07-11T04:58:59.306" v="971" actId="20577"/>
          <ac:spMkLst>
            <pc:docMk/>
            <pc:sldMk cId="2900264881" sldId="308"/>
            <ac:spMk id="2" creationId="{37215952-9A25-4CE1-8594-098D45C009A8}"/>
          </ac:spMkLst>
        </pc:spChg>
        <pc:spChg chg="add del mod">
          <ac:chgData name="Stephen Wang" userId="2033283f466edd32" providerId="LiveId" clId="{885A957D-35B4-47B3-B23D-EEC21627272E}" dt="2019-07-11T04:56:29.778" v="887"/>
          <ac:spMkLst>
            <pc:docMk/>
            <pc:sldMk cId="2900264881" sldId="308"/>
            <ac:spMk id="5" creationId="{8D57BF38-C852-4E83-8658-77DF2AA4401C}"/>
          </ac:spMkLst>
        </pc:spChg>
        <pc:spChg chg="add del mod">
          <ac:chgData name="Stephen Wang" userId="2033283f466edd32" providerId="LiveId" clId="{885A957D-35B4-47B3-B23D-EEC21627272E}" dt="2019-07-11T04:56:29.778" v="887"/>
          <ac:spMkLst>
            <pc:docMk/>
            <pc:sldMk cId="2900264881" sldId="308"/>
            <ac:spMk id="7" creationId="{BE29C2C1-B2E8-4EAD-A904-D73F6A3E0E4C}"/>
          </ac:spMkLst>
        </pc:spChg>
        <pc:spChg chg="add del mod">
          <ac:chgData name="Stephen Wang" userId="2033283f466edd32" providerId="LiveId" clId="{885A957D-35B4-47B3-B23D-EEC21627272E}" dt="2019-07-11T04:56:30.851" v="888"/>
          <ac:spMkLst>
            <pc:docMk/>
            <pc:sldMk cId="2900264881" sldId="308"/>
            <ac:spMk id="8" creationId="{48FB4322-E273-486D-BF59-07F35C38206D}"/>
          </ac:spMkLst>
        </pc:spChg>
        <pc:spChg chg="add mod">
          <ac:chgData name="Stephen Wang" userId="2033283f466edd32" providerId="LiveId" clId="{885A957D-35B4-47B3-B23D-EEC21627272E}" dt="2019-07-11T08:22:29.843" v="3128" actId="1076"/>
          <ac:spMkLst>
            <pc:docMk/>
            <pc:sldMk cId="2900264881" sldId="308"/>
            <ac:spMk id="14" creationId="{7B426A19-C85A-4125-A090-161A94E30DF9}"/>
          </ac:spMkLst>
        </pc:spChg>
        <pc:spChg chg="del">
          <ac:chgData name="Stephen Wang" userId="2033283f466edd32" providerId="LiveId" clId="{885A957D-35B4-47B3-B23D-EEC21627272E}" dt="2019-07-11T04:56:13.809" v="886" actId="478"/>
          <ac:spMkLst>
            <pc:docMk/>
            <pc:sldMk cId="2900264881" sldId="308"/>
            <ac:spMk id="16" creationId="{60433EB4-EB16-4078-ADB5-3250C2373A02}"/>
          </ac:spMkLst>
        </pc:spChg>
        <pc:spChg chg="del">
          <ac:chgData name="Stephen Wang" userId="2033283f466edd32" providerId="LiveId" clId="{885A957D-35B4-47B3-B23D-EEC21627272E}" dt="2019-07-11T04:56:13.809" v="886" actId="478"/>
          <ac:spMkLst>
            <pc:docMk/>
            <pc:sldMk cId="2900264881" sldId="308"/>
            <ac:spMk id="21" creationId="{41B2FD19-8650-41A1-859E-BF0C5746C0A5}"/>
          </ac:spMkLst>
        </pc:spChg>
        <pc:picChg chg="add mod">
          <ac:chgData name="Stephen Wang" userId="2033283f466edd32" providerId="LiveId" clId="{885A957D-35B4-47B3-B23D-EEC21627272E}" dt="2019-07-11T04:56:30.851" v="888"/>
          <ac:picMkLst>
            <pc:docMk/>
            <pc:sldMk cId="2900264881" sldId="308"/>
            <ac:picMk id="9" creationId="{DBD17060-595A-49A1-9162-6FD01EB7855F}"/>
          </ac:picMkLst>
        </pc:picChg>
        <pc:picChg chg="del">
          <ac:chgData name="Stephen Wang" userId="2033283f466edd32" providerId="LiveId" clId="{885A957D-35B4-47B3-B23D-EEC21627272E}" dt="2019-07-11T04:56:13.809" v="886" actId="478"/>
          <ac:picMkLst>
            <pc:docMk/>
            <pc:sldMk cId="2900264881" sldId="308"/>
            <ac:picMk id="15" creationId="{EBD6BD4F-7774-4E3C-86EF-504BE2F44262}"/>
          </ac:picMkLst>
        </pc:picChg>
        <pc:picChg chg="del">
          <ac:chgData name="Stephen Wang" userId="2033283f466edd32" providerId="LiveId" clId="{885A957D-35B4-47B3-B23D-EEC21627272E}" dt="2019-07-11T04:56:13.809" v="886" actId="478"/>
          <ac:picMkLst>
            <pc:docMk/>
            <pc:sldMk cId="2900264881" sldId="308"/>
            <ac:picMk id="20" creationId="{0214DDE5-47F3-46FD-BF18-2FF0A6B4590A}"/>
          </ac:picMkLst>
        </pc:picChg>
      </pc:sldChg>
      <pc:sldChg chg="addSp delSp modSp add">
        <pc:chgData name="Stephen Wang" userId="2033283f466edd32" providerId="LiveId" clId="{885A957D-35B4-47B3-B23D-EEC21627272E}" dt="2019-07-11T05:29:42.955" v="1416" actId="20577"/>
        <pc:sldMkLst>
          <pc:docMk/>
          <pc:sldMk cId="3364760366" sldId="309"/>
        </pc:sldMkLst>
        <pc:spChg chg="mod">
          <ac:chgData name="Stephen Wang" userId="2033283f466edd32" providerId="LiveId" clId="{885A957D-35B4-47B3-B23D-EEC21627272E}" dt="2019-07-11T04:57:06.938" v="897"/>
          <ac:spMkLst>
            <pc:docMk/>
            <pc:sldMk cId="3364760366" sldId="309"/>
            <ac:spMk id="2" creationId="{37215952-9A25-4CE1-8594-098D45C009A8}"/>
          </ac:spMkLst>
        </pc:spChg>
        <pc:spChg chg="add del mod">
          <ac:chgData name="Stephen Wang" userId="2033283f466edd32" providerId="LiveId" clId="{885A957D-35B4-47B3-B23D-EEC21627272E}" dt="2019-07-11T04:56:50.320" v="891"/>
          <ac:spMkLst>
            <pc:docMk/>
            <pc:sldMk cId="3364760366" sldId="309"/>
            <ac:spMk id="5" creationId="{2F69A1F4-DD09-46AD-9AA4-4D953665CB66}"/>
          </ac:spMkLst>
        </pc:spChg>
        <pc:spChg chg="add del mod">
          <ac:chgData name="Stephen Wang" userId="2033283f466edd32" providerId="LiveId" clId="{885A957D-35B4-47B3-B23D-EEC21627272E}" dt="2019-07-11T04:57:55.594" v="900"/>
          <ac:spMkLst>
            <pc:docMk/>
            <pc:sldMk cId="3364760366" sldId="309"/>
            <ac:spMk id="6" creationId="{BACC2CE5-2F3A-4F31-87C2-146D9A647334}"/>
          </ac:spMkLst>
        </pc:spChg>
        <pc:spChg chg="add del mod">
          <ac:chgData name="Stephen Wang" userId="2033283f466edd32" providerId="LiveId" clId="{885A957D-35B4-47B3-B23D-EEC21627272E}" dt="2019-07-11T04:58:25.186" v="901"/>
          <ac:spMkLst>
            <pc:docMk/>
            <pc:sldMk cId="3364760366" sldId="309"/>
            <ac:spMk id="7" creationId="{E9705B5E-E9B3-40B3-8A25-9686F6603BB4}"/>
          </ac:spMkLst>
        </pc:spChg>
        <pc:spChg chg="add mod">
          <ac:chgData name="Stephen Wang" userId="2033283f466edd32" providerId="LiveId" clId="{885A957D-35B4-47B3-B23D-EEC21627272E}" dt="2019-07-11T05:24:00.946" v="1156" actId="20577"/>
          <ac:spMkLst>
            <pc:docMk/>
            <pc:sldMk cId="3364760366" sldId="309"/>
            <ac:spMk id="11" creationId="{D2259D13-F282-40B9-8476-BCD68C9BC9B4}"/>
          </ac:spMkLst>
        </pc:spChg>
        <pc:spChg chg="add mod">
          <ac:chgData name="Stephen Wang" userId="2033283f466edd32" providerId="LiveId" clId="{885A957D-35B4-47B3-B23D-EEC21627272E}" dt="2019-07-11T05:29:42.955" v="1416" actId="20577"/>
          <ac:spMkLst>
            <pc:docMk/>
            <pc:sldMk cId="3364760366" sldId="309"/>
            <ac:spMk id="12" creationId="{DC98E405-153B-4857-9B50-8F3B844CABEC}"/>
          </ac:spMkLst>
        </pc:spChg>
        <pc:picChg chg="add mod">
          <ac:chgData name="Stephen Wang" userId="2033283f466edd32" providerId="LiveId" clId="{885A957D-35B4-47B3-B23D-EEC21627272E}" dt="2019-07-11T04:57:55.594" v="900"/>
          <ac:picMkLst>
            <pc:docMk/>
            <pc:sldMk cId="3364760366" sldId="309"/>
            <ac:picMk id="8" creationId="{5FFFAC20-D395-40F3-8F81-39E0ED8102DA}"/>
          </ac:picMkLst>
        </pc:picChg>
        <pc:picChg chg="del">
          <ac:chgData name="Stephen Wang" userId="2033283f466edd32" providerId="LiveId" clId="{885A957D-35B4-47B3-B23D-EEC21627272E}" dt="2019-07-11T04:56:45.322" v="890" actId="478"/>
          <ac:picMkLst>
            <pc:docMk/>
            <pc:sldMk cId="3364760366" sldId="309"/>
            <ac:picMk id="9" creationId="{DBD17060-595A-49A1-9162-6FD01EB7855F}"/>
          </ac:picMkLst>
        </pc:picChg>
        <pc:picChg chg="add mod">
          <ac:chgData name="Stephen Wang" userId="2033283f466edd32" providerId="LiveId" clId="{885A957D-35B4-47B3-B23D-EEC21627272E}" dt="2019-07-11T04:58:25.186" v="901"/>
          <ac:picMkLst>
            <pc:docMk/>
            <pc:sldMk cId="3364760366" sldId="309"/>
            <ac:picMk id="10" creationId="{E27C8EEA-0962-4548-BBBE-4F4E86A4C299}"/>
          </ac:picMkLst>
        </pc:picChg>
      </pc:sldChg>
      <pc:sldChg chg="addSp delSp modSp add">
        <pc:chgData name="Stephen Wang" userId="2033283f466edd32" providerId="LiveId" clId="{885A957D-35B4-47B3-B23D-EEC21627272E}" dt="2019-07-11T05:30:06.926" v="1431" actId="20577"/>
        <pc:sldMkLst>
          <pc:docMk/>
          <pc:sldMk cId="788914714" sldId="310"/>
        </pc:sldMkLst>
        <pc:spChg chg="mod">
          <ac:chgData name="Stephen Wang" userId="2033283f466edd32" providerId="LiveId" clId="{885A957D-35B4-47B3-B23D-EEC21627272E}" dt="2019-07-11T05:19:08.938" v="1080" actId="20577"/>
          <ac:spMkLst>
            <pc:docMk/>
            <pc:sldMk cId="788914714" sldId="310"/>
            <ac:spMk id="2" creationId="{37215952-9A25-4CE1-8594-098D45C009A8}"/>
          </ac:spMkLst>
        </pc:spChg>
        <pc:spChg chg="add del mod">
          <ac:chgData name="Stephen Wang" userId="2033283f466edd32" providerId="LiveId" clId="{885A957D-35B4-47B3-B23D-EEC21627272E}" dt="2019-07-11T05:21:15.939" v="1083"/>
          <ac:spMkLst>
            <pc:docMk/>
            <pc:sldMk cId="788914714" sldId="310"/>
            <ac:spMk id="5" creationId="{43DC7B72-40A5-4E6B-8A53-B6E4BD727C22}"/>
          </ac:spMkLst>
        </pc:spChg>
        <pc:spChg chg="add del mod">
          <ac:chgData name="Stephen Wang" userId="2033283f466edd32" providerId="LiveId" clId="{885A957D-35B4-47B3-B23D-EEC21627272E}" dt="2019-07-11T05:22:15.342" v="1094"/>
          <ac:spMkLst>
            <pc:docMk/>
            <pc:sldMk cId="788914714" sldId="310"/>
            <ac:spMk id="7" creationId="{AF6EE98D-22C5-4A21-B75A-C986804F1772}"/>
          </ac:spMkLst>
        </pc:spChg>
        <pc:spChg chg="add mod">
          <ac:chgData name="Stephen Wang" userId="2033283f466edd32" providerId="LiveId" clId="{885A957D-35B4-47B3-B23D-EEC21627272E}" dt="2019-07-11T05:21:39.843" v="1090" actId="1076"/>
          <ac:spMkLst>
            <pc:docMk/>
            <pc:sldMk cId="788914714" sldId="310"/>
            <ac:spMk id="11" creationId="{B201D113-E684-468A-938B-4B1E3BBDFBEE}"/>
          </ac:spMkLst>
        </pc:spChg>
        <pc:spChg chg="add mod">
          <ac:chgData name="Stephen Wang" userId="2033283f466edd32" providerId="LiveId" clId="{885A957D-35B4-47B3-B23D-EEC21627272E}" dt="2019-07-11T05:21:52.011" v="1093" actId="14100"/>
          <ac:spMkLst>
            <pc:docMk/>
            <pc:sldMk cId="788914714" sldId="310"/>
            <ac:spMk id="12" creationId="{2C91F526-0685-44D7-883E-A36FA6E2A091}"/>
          </ac:spMkLst>
        </pc:spChg>
        <pc:spChg chg="add mod">
          <ac:chgData name="Stephen Wang" userId="2033283f466edd32" providerId="LiveId" clId="{885A957D-35B4-47B3-B23D-EEC21627272E}" dt="2019-07-11T05:29:56.750" v="1417" actId="14100"/>
          <ac:spMkLst>
            <pc:docMk/>
            <pc:sldMk cId="788914714" sldId="310"/>
            <ac:spMk id="14" creationId="{8F35D30A-EF56-4EC3-969F-EAACBEEB98C4}"/>
          </ac:spMkLst>
        </pc:spChg>
        <pc:spChg chg="add mod">
          <ac:chgData name="Stephen Wang" userId="2033283f466edd32" providerId="LiveId" clId="{885A957D-35B4-47B3-B23D-EEC21627272E}" dt="2019-07-11T05:30:01.111" v="1424" actId="20577"/>
          <ac:spMkLst>
            <pc:docMk/>
            <pc:sldMk cId="788914714" sldId="310"/>
            <ac:spMk id="15" creationId="{BC223A56-8D35-4F89-A247-F25772F1368F}"/>
          </ac:spMkLst>
        </pc:spChg>
        <pc:spChg chg="add mod">
          <ac:chgData name="Stephen Wang" userId="2033283f466edd32" providerId="LiveId" clId="{885A957D-35B4-47B3-B23D-EEC21627272E}" dt="2019-07-11T05:30:06.926" v="1431" actId="20577"/>
          <ac:spMkLst>
            <pc:docMk/>
            <pc:sldMk cId="788914714" sldId="310"/>
            <ac:spMk id="16" creationId="{D4B8C088-298A-49A3-A828-739E016E3C5B}"/>
          </ac:spMkLst>
        </pc:spChg>
        <pc:picChg chg="del">
          <ac:chgData name="Stephen Wang" userId="2033283f466edd32" providerId="LiveId" clId="{885A957D-35B4-47B3-B23D-EEC21627272E}" dt="2019-07-11T05:19:11.121" v="1081" actId="478"/>
          <ac:picMkLst>
            <pc:docMk/>
            <pc:sldMk cId="788914714" sldId="310"/>
            <ac:picMk id="8" creationId="{5FFFAC20-D395-40F3-8F81-39E0ED8102DA}"/>
          </ac:picMkLst>
        </pc:picChg>
        <pc:picChg chg="add mod">
          <ac:chgData name="Stephen Wang" userId="2033283f466edd32" providerId="LiveId" clId="{885A957D-35B4-47B3-B23D-EEC21627272E}" dt="2019-07-11T05:21:15.939" v="1083"/>
          <ac:picMkLst>
            <pc:docMk/>
            <pc:sldMk cId="788914714" sldId="310"/>
            <ac:picMk id="9" creationId="{0C6594C0-F6D8-4868-A1ED-C7643862CAAA}"/>
          </ac:picMkLst>
        </pc:picChg>
        <pc:picChg chg="del">
          <ac:chgData name="Stephen Wang" userId="2033283f466edd32" providerId="LiveId" clId="{885A957D-35B4-47B3-B23D-EEC21627272E}" dt="2019-07-11T05:19:13.116" v="1082" actId="478"/>
          <ac:picMkLst>
            <pc:docMk/>
            <pc:sldMk cId="788914714" sldId="310"/>
            <ac:picMk id="10" creationId="{E27C8EEA-0962-4548-BBBE-4F4E86A4C299}"/>
          </ac:picMkLst>
        </pc:picChg>
        <pc:picChg chg="add mod">
          <ac:chgData name="Stephen Wang" userId="2033283f466edd32" providerId="LiveId" clId="{885A957D-35B4-47B3-B23D-EEC21627272E}" dt="2019-07-11T05:22:15.342" v="1094"/>
          <ac:picMkLst>
            <pc:docMk/>
            <pc:sldMk cId="788914714" sldId="310"/>
            <ac:picMk id="13" creationId="{538A3A55-6CB4-4B9E-9CB7-A0B47B6D6B43}"/>
          </ac:picMkLst>
        </pc:picChg>
      </pc:sldChg>
      <pc:sldChg chg="addSp delSp modSp add">
        <pc:chgData name="Stephen Wang" userId="2033283f466edd32" providerId="LiveId" clId="{885A957D-35B4-47B3-B23D-EEC21627272E}" dt="2019-07-11T08:22:36.659" v="3131" actId="14100"/>
        <pc:sldMkLst>
          <pc:docMk/>
          <pc:sldMk cId="352803947" sldId="311"/>
        </pc:sldMkLst>
        <pc:spChg chg="add del mod">
          <ac:chgData name="Stephen Wang" userId="2033283f466edd32" providerId="LiveId" clId="{885A957D-35B4-47B3-B23D-EEC21627272E}" dt="2019-07-11T05:30:35.528" v="1436"/>
          <ac:spMkLst>
            <pc:docMk/>
            <pc:sldMk cId="352803947" sldId="311"/>
            <ac:spMk id="5" creationId="{35DBC4C7-F99F-4E65-B1C8-C28E02FBF0AA}"/>
          </ac:spMkLst>
        </pc:spChg>
        <pc:spChg chg="add mod">
          <ac:chgData name="Stephen Wang" userId="2033283f466edd32" providerId="LiveId" clId="{885A957D-35B4-47B3-B23D-EEC21627272E}" dt="2019-07-11T08:22:36.659" v="3131" actId="14100"/>
          <ac:spMkLst>
            <pc:docMk/>
            <pc:sldMk cId="352803947" sldId="311"/>
            <ac:spMk id="10" creationId="{60DE5263-E93D-4AE7-B3B8-E60B0D81686E}"/>
          </ac:spMkLst>
        </pc:spChg>
        <pc:picChg chg="add del">
          <ac:chgData name="Stephen Wang" userId="2033283f466edd32" providerId="LiveId" clId="{885A957D-35B4-47B3-B23D-EEC21627272E}" dt="2019-07-11T05:30:34.767" v="1435"/>
          <ac:picMkLst>
            <pc:docMk/>
            <pc:sldMk cId="352803947" sldId="311"/>
            <ac:picMk id="6" creationId="{EE128BA6-7DC6-4847-A360-73210104377F}"/>
          </ac:picMkLst>
        </pc:picChg>
        <pc:picChg chg="add mod">
          <ac:chgData name="Stephen Wang" userId="2033283f466edd32" providerId="LiveId" clId="{885A957D-35B4-47B3-B23D-EEC21627272E}" dt="2019-07-11T05:30:35.528" v="1436"/>
          <ac:picMkLst>
            <pc:docMk/>
            <pc:sldMk cId="352803947" sldId="311"/>
            <ac:picMk id="7" creationId="{6C4E5DE0-42BB-439A-ABCB-F3ACBE84F46E}"/>
          </ac:picMkLst>
        </pc:picChg>
        <pc:picChg chg="del">
          <ac:chgData name="Stephen Wang" userId="2033283f466edd32" providerId="LiveId" clId="{885A957D-35B4-47B3-B23D-EEC21627272E}" dt="2019-07-11T05:30:33.556" v="1433" actId="478"/>
          <ac:picMkLst>
            <pc:docMk/>
            <pc:sldMk cId="352803947" sldId="311"/>
            <ac:picMk id="9" creationId="{DBD17060-595A-49A1-9162-6FD01EB7855F}"/>
          </ac:picMkLst>
        </pc:picChg>
      </pc:sldChg>
      <pc:sldChg chg="modSp add">
        <pc:chgData name="Stephen Wang" userId="2033283f466edd32" providerId="LiveId" clId="{885A957D-35B4-47B3-B23D-EEC21627272E}" dt="2019-07-11T06:26:18.033" v="2074" actId="20577"/>
        <pc:sldMkLst>
          <pc:docMk/>
          <pc:sldMk cId="174734310" sldId="312"/>
        </pc:sldMkLst>
        <pc:spChg chg="mod">
          <ac:chgData name="Stephen Wang" userId="2033283f466edd32" providerId="LiveId" clId="{885A957D-35B4-47B3-B23D-EEC21627272E}" dt="2019-07-11T06:26:18.033" v="2074" actId="20577"/>
          <ac:spMkLst>
            <pc:docMk/>
            <pc:sldMk cId="174734310" sldId="312"/>
            <ac:spMk id="4" creationId="{69C51D9E-F792-4069-A1B7-56FDA6317FEE}"/>
          </ac:spMkLst>
        </pc:spChg>
      </pc:sldChg>
      <pc:sldChg chg="addSp delSp modSp add">
        <pc:chgData name="Stephen Wang" userId="2033283f466edd32" providerId="LiveId" clId="{885A957D-35B4-47B3-B23D-EEC21627272E}" dt="2019-07-16T01:13:25.736" v="3237" actId="20577"/>
        <pc:sldMkLst>
          <pc:docMk/>
          <pc:sldMk cId="3029360763" sldId="313"/>
        </pc:sldMkLst>
        <pc:spChg chg="mod">
          <ac:chgData name="Stephen Wang" userId="2033283f466edd32" providerId="LiveId" clId="{885A957D-35B4-47B3-B23D-EEC21627272E}" dt="2019-07-16T01:13:25.736" v="3237" actId="20577"/>
          <ac:spMkLst>
            <pc:docMk/>
            <pc:sldMk cId="3029360763" sldId="313"/>
            <ac:spMk id="2" creationId="{37215952-9A25-4CE1-8594-098D45C009A8}"/>
          </ac:spMkLst>
        </pc:spChg>
        <pc:spChg chg="add del mod">
          <ac:chgData name="Stephen Wang" userId="2033283f466edd32" providerId="LiveId" clId="{885A957D-35B4-47B3-B23D-EEC21627272E}" dt="2019-07-11T05:33:14.639" v="1458"/>
          <ac:spMkLst>
            <pc:docMk/>
            <pc:sldMk cId="3029360763" sldId="313"/>
            <ac:spMk id="5" creationId="{97BAD27D-FEC4-4997-B47E-87059D4A3296}"/>
          </ac:spMkLst>
        </pc:spChg>
        <pc:spChg chg="add del mod">
          <ac:chgData name="Stephen Wang" userId="2033283f466edd32" providerId="LiveId" clId="{885A957D-35B4-47B3-B23D-EEC21627272E}" dt="2019-07-11T05:33:47.764" v="1459"/>
          <ac:spMkLst>
            <pc:docMk/>
            <pc:sldMk cId="3029360763" sldId="313"/>
            <ac:spMk id="6" creationId="{3617FB96-03EA-4B71-A9BF-3E212961B58E}"/>
          </ac:spMkLst>
        </pc:spChg>
        <pc:spChg chg="add del mod">
          <ac:chgData name="Stephen Wang" userId="2033283f466edd32" providerId="LiveId" clId="{885A957D-35B4-47B3-B23D-EEC21627272E}" dt="2019-07-11T05:34:56.322" v="1517"/>
          <ac:spMkLst>
            <pc:docMk/>
            <pc:sldMk cId="3029360763" sldId="313"/>
            <ac:spMk id="8" creationId="{EB1772A1-9C8B-4A63-BCAC-B53B9CF64484}"/>
          </ac:spMkLst>
        </pc:spChg>
        <pc:spChg chg="add mod">
          <ac:chgData name="Stephen Wang" userId="2033283f466edd32" providerId="LiveId" clId="{885A957D-35B4-47B3-B23D-EEC21627272E}" dt="2019-07-11T05:34:12.998" v="1464" actId="1076"/>
          <ac:spMkLst>
            <pc:docMk/>
            <pc:sldMk cId="3029360763" sldId="313"/>
            <ac:spMk id="9" creationId="{7196AAFA-9F9C-403F-9607-CFE81E45C537}"/>
          </ac:spMkLst>
        </pc:spChg>
        <pc:spChg chg="add mod">
          <ac:chgData name="Stephen Wang" userId="2033283f466edd32" providerId="LiveId" clId="{885A957D-35B4-47B3-B23D-EEC21627272E}" dt="2019-07-11T05:35:17.152" v="1522" actId="1076"/>
          <ac:spMkLst>
            <pc:docMk/>
            <pc:sldMk cId="3029360763" sldId="313"/>
            <ac:spMk id="10" creationId="{B2C59CC2-BA7C-4B72-AF94-12AAFE732EEE}"/>
          </ac:spMkLst>
        </pc:spChg>
        <pc:picChg chg="del">
          <ac:chgData name="Stephen Wang" userId="2033283f466edd32" providerId="LiveId" clId="{885A957D-35B4-47B3-B23D-EEC21627272E}" dt="2019-07-11T05:33:08.614" v="1457" actId="478"/>
          <ac:picMkLst>
            <pc:docMk/>
            <pc:sldMk cId="3029360763" sldId="313"/>
            <ac:picMk id="7" creationId="{6C4E5DE0-42BB-439A-ABCB-F3ACBE84F46E}"/>
          </ac:picMkLst>
        </pc:picChg>
        <pc:picChg chg="add">
          <ac:chgData name="Stephen Wang" userId="2033283f466edd32" providerId="LiveId" clId="{885A957D-35B4-47B3-B23D-EEC21627272E}" dt="2019-07-11T05:33:47.764" v="1459"/>
          <ac:picMkLst>
            <pc:docMk/>
            <pc:sldMk cId="3029360763" sldId="313"/>
            <ac:picMk id="2050" creationId="{8B7A9997-8921-4D04-84C8-D480F1E4F6CE}"/>
          </ac:picMkLst>
        </pc:picChg>
        <pc:picChg chg="add">
          <ac:chgData name="Stephen Wang" userId="2033283f466edd32" providerId="LiveId" clId="{885A957D-35B4-47B3-B23D-EEC21627272E}" dt="2019-07-11T05:34:56.322" v="1517"/>
          <ac:picMkLst>
            <pc:docMk/>
            <pc:sldMk cId="3029360763" sldId="313"/>
            <ac:picMk id="2052" creationId="{CAA4EF2E-A243-4B8F-B104-002D632DF2EC}"/>
          </ac:picMkLst>
        </pc:picChg>
      </pc:sldChg>
      <pc:sldChg chg="modSp add">
        <pc:chgData name="Stephen Wang" userId="2033283f466edd32" providerId="LiveId" clId="{885A957D-35B4-47B3-B23D-EEC21627272E}" dt="2019-07-11T05:37:17.051" v="1583" actId="20577"/>
        <pc:sldMkLst>
          <pc:docMk/>
          <pc:sldMk cId="4075242425" sldId="314"/>
        </pc:sldMkLst>
        <pc:spChg chg="mod">
          <ac:chgData name="Stephen Wang" userId="2033283f466edd32" providerId="LiveId" clId="{885A957D-35B4-47B3-B23D-EEC21627272E}" dt="2019-07-11T05:37:17.051" v="1583" actId="20577"/>
          <ac:spMkLst>
            <pc:docMk/>
            <pc:sldMk cId="4075242425" sldId="314"/>
            <ac:spMk id="4" creationId="{69C51D9E-F792-4069-A1B7-56FDA6317FEE}"/>
          </ac:spMkLst>
        </pc:spChg>
      </pc:sldChg>
      <pc:sldChg chg="addSp delSp modSp add ord">
        <pc:chgData name="Stephen Wang" userId="2033283f466edd32" providerId="LiveId" clId="{885A957D-35B4-47B3-B23D-EEC21627272E}" dt="2019-07-16T01:18:33.056" v="3351" actId="207"/>
        <pc:sldMkLst>
          <pc:docMk/>
          <pc:sldMk cId="3480429423" sldId="315"/>
        </pc:sldMkLst>
        <pc:spChg chg="mod">
          <ac:chgData name="Stephen Wang" userId="2033283f466edd32" providerId="LiveId" clId="{885A957D-35B4-47B3-B23D-EEC21627272E}" dt="2019-07-16T01:18:33.056" v="3351" actId="207"/>
          <ac:spMkLst>
            <pc:docMk/>
            <pc:sldMk cId="3480429423" sldId="315"/>
            <ac:spMk id="2" creationId="{37215952-9A25-4CE1-8594-098D45C009A8}"/>
          </ac:spMkLst>
        </pc:spChg>
        <pc:spChg chg="add del mod">
          <ac:chgData name="Stephen Wang" userId="2033283f466edd32" providerId="LiveId" clId="{885A957D-35B4-47B3-B23D-EEC21627272E}" dt="2019-07-11T05:48:23.559" v="1617"/>
          <ac:spMkLst>
            <pc:docMk/>
            <pc:sldMk cId="3480429423" sldId="315"/>
            <ac:spMk id="3" creationId="{9F90DEF4-BEDC-41BA-8CA4-8B020DF252AB}"/>
          </ac:spMkLst>
        </pc:spChg>
        <pc:spChg chg="add del mod">
          <ac:chgData name="Stephen Wang" userId="2033283f466edd32" providerId="LiveId" clId="{885A957D-35B4-47B3-B23D-EEC21627272E}" dt="2019-07-11T05:48:23.559" v="1617"/>
          <ac:spMkLst>
            <pc:docMk/>
            <pc:sldMk cId="3480429423" sldId="315"/>
            <ac:spMk id="5" creationId="{54EE3188-978E-42F8-B5C2-99EBE8B02984}"/>
          </ac:spMkLst>
        </pc:spChg>
        <pc:spChg chg="add del mod">
          <ac:chgData name="Stephen Wang" userId="2033283f466edd32" providerId="LiveId" clId="{885A957D-35B4-47B3-B23D-EEC21627272E}" dt="2019-07-11T05:50:11.149" v="1671"/>
          <ac:spMkLst>
            <pc:docMk/>
            <pc:sldMk cId="3480429423" sldId="315"/>
            <ac:spMk id="6" creationId="{80928251-3870-4B2E-B085-2BE2D9D9020F}"/>
          </ac:spMkLst>
        </pc:spChg>
        <pc:spChg chg="add del">
          <ac:chgData name="Stephen Wang" userId="2033283f466edd32" providerId="LiveId" clId="{885A957D-35B4-47B3-B23D-EEC21627272E}" dt="2019-07-11T05:48:37.995" v="1619"/>
          <ac:spMkLst>
            <pc:docMk/>
            <pc:sldMk cId="3480429423" sldId="315"/>
            <ac:spMk id="7" creationId="{DC66BA5C-40B5-4ED6-BF4A-6E3658199E96}"/>
          </ac:spMkLst>
        </pc:spChg>
        <pc:spChg chg="add del">
          <ac:chgData name="Stephen Wang" userId="2033283f466edd32" providerId="LiveId" clId="{885A957D-35B4-47B3-B23D-EEC21627272E}" dt="2019-07-11T05:49:03.847" v="1630"/>
          <ac:spMkLst>
            <pc:docMk/>
            <pc:sldMk cId="3480429423" sldId="315"/>
            <ac:spMk id="8" creationId="{8DDC4B20-9E31-4AE3-8117-AB2DD3D15D87}"/>
          </ac:spMkLst>
        </pc:spChg>
        <pc:spChg chg="del">
          <ac:chgData name="Stephen Wang" userId="2033283f466edd32" providerId="LiveId" clId="{885A957D-35B4-47B3-B23D-EEC21627272E}" dt="2019-07-11T05:46:39.722" v="1616" actId="478"/>
          <ac:spMkLst>
            <pc:docMk/>
            <pc:sldMk cId="3480429423" sldId="315"/>
            <ac:spMk id="9" creationId="{7196AAFA-9F9C-403F-9607-CFE81E45C537}"/>
          </ac:spMkLst>
        </pc:spChg>
        <pc:spChg chg="del">
          <ac:chgData name="Stephen Wang" userId="2033283f466edd32" providerId="LiveId" clId="{885A957D-35B4-47B3-B23D-EEC21627272E}" dt="2019-07-11T05:46:39.722" v="1616" actId="478"/>
          <ac:spMkLst>
            <pc:docMk/>
            <pc:sldMk cId="3480429423" sldId="315"/>
            <ac:spMk id="10" creationId="{B2C59CC2-BA7C-4B72-AF94-12AAFE732EEE}"/>
          </ac:spMkLst>
        </pc:spChg>
        <pc:spChg chg="add del">
          <ac:chgData name="Stephen Wang" userId="2033283f466edd32" providerId="LiveId" clId="{885A957D-35B4-47B3-B23D-EEC21627272E}" dt="2019-07-11T05:49:07.896" v="1632"/>
          <ac:spMkLst>
            <pc:docMk/>
            <pc:sldMk cId="3480429423" sldId="315"/>
            <ac:spMk id="11" creationId="{76497BD1-523B-4A74-9913-B40F44F5BA6B}"/>
          </ac:spMkLst>
        </pc:spChg>
        <pc:picChg chg="del">
          <ac:chgData name="Stephen Wang" userId="2033283f466edd32" providerId="LiveId" clId="{885A957D-35B4-47B3-B23D-EEC21627272E}" dt="2019-07-11T05:46:39.722" v="1616" actId="478"/>
          <ac:picMkLst>
            <pc:docMk/>
            <pc:sldMk cId="3480429423" sldId="315"/>
            <ac:picMk id="2050" creationId="{8B7A9997-8921-4D04-84C8-D480F1E4F6CE}"/>
          </ac:picMkLst>
        </pc:picChg>
        <pc:picChg chg="del">
          <ac:chgData name="Stephen Wang" userId="2033283f466edd32" providerId="LiveId" clId="{885A957D-35B4-47B3-B23D-EEC21627272E}" dt="2019-07-11T05:46:39.722" v="1616" actId="478"/>
          <ac:picMkLst>
            <pc:docMk/>
            <pc:sldMk cId="3480429423" sldId="315"/>
            <ac:picMk id="2052" creationId="{CAA4EF2E-A243-4B8F-B104-002D632DF2EC}"/>
          </ac:picMkLst>
        </pc:picChg>
      </pc:sldChg>
      <pc:sldChg chg="addSp delSp modSp add delAnim modAnim">
        <pc:chgData name="Stephen Wang" userId="2033283f466edd32" providerId="LiveId" clId="{885A957D-35B4-47B3-B23D-EEC21627272E}" dt="2019-07-11T06:25:53.292" v="2071" actId="20577"/>
        <pc:sldMkLst>
          <pc:docMk/>
          <pc:sldMk cId="2308075480" sldId="316"/>
        </pc:sldMkLst>
        <pc:spChg chg="mod">
          <ac:chgData name="Stephen Wang" userId="2033283f466edd32" providerId="LiveId" clId="{885A957D-35B4-47B3-B23D-EEC21627272E}" dt="2019-07-11T06:25:53.292" v="2071" actId="20577"/>
          <ac:spMkLst>
            <pc:docMk/>
            <pc:sldMk cId="2308075480" sldId="316"/>
            <ac:spMk id="2" creationId="{37215952-9A25-4CE1-8594-098D45C009A8}"/>
          </ac:spMkLst>
        </pc:spChg>
        <pc:spChg chg="add del mod">
          <ac:chgData name="Stephen Wang" userId="2033283f466edd32" providerId="LiveId" clId="{885A957D-35B4-47B3-B23D-EEC21627272E}" dt="2019-07-11T05:52:45.710" v="1742"/>
          <ac:spMkLst>
            <pc:docMk/>
            <pc:sldMk cId="2308075480" sldId="316"/>
            <ac:spMk id="3" creationId="{4A7722EB-E349-4DF3-956D-3EA90032EA3C}"/>
          </ac:spMkLst>
        </pc:spChg>
        <pc:spChg chg="add del mod">
          <ac:chgData name="Stephen Wang" userId="2033283f466edd32" providerId="LiveId" clId="{885A957D-35B4-47B3-B23D-EEC21627272E}" dt="2019-07-11T05:52:45.710" v="1742"/>
          <ac:spMkLst>
            <pc:docMk/>
            <pc:sldMk cId="2308075480" sldId="316"/>
            <ac:spMk id="5" creationId="{D722CC19-4C49-4B14-8AA9-799E36F5CEA6}"/>
          </ac:spMkLst>
        </pc:spChg>
        <pc:spChg chg="add del mod">
          <ac:chgData name="Stephen Wang" userId="2033283f466edd32" providerId="LiveId" clId="{885A957D-35B4-47B3-B23D-EEC21627272E}" dt="2019-07-11T05:53:18.948" v="1745"/>
          <ac:spMkLst>
            <pc:docMk/>
            <pc:sldMk cId="2308075480" sldId="316"/>
            <ac:spMk id="6" creationId="{6CA794DD-0393-4050-A625-51E5CB49CAD2}"/>
          </ac:spMkLst>
        </pc:spChg>
        <pc:spChg chg="add mod">
          <ac:chgData name="Stephen Wang" userId="2033283f466edd32" providerId="LiveId" clId="{885A957D-35B4-47B3-B23D-EEC21627272E}" dt="2019-07-11T05:56:48.596" v="1749" actId="1076"/>
          <ac:spMkLst>
            <pc:docMk/>
            <pc:sldMk cId="2308075480" sldId="316"/>
            <ac:spMk id="7" creationId="{6434CA6C-60E6-49FE-B3DF-4FDF4600256D}"/>
          </ac:spMkLst>
        </pc:spChg>
        <pc:spChg chg="del">
          <ac:chgData name="Stephen Wang" userId="2033283f466edd32" providerId="LiveId" clId="{885A957D-35B4-47B3-B23D-EEC21627272E}" dt="2019-07-11T05:50:51.332" v="1700" actId="478"/>
          <ac:spMkLst>
            <pc:docMk/>
            <pc:sldMk cId="2308075480" sldId="316"/>
            <ac:spMk id="9" creationId="{7196AAFA-9F9C-403F-9607-CFE81E45C537}"/>
          </ac:spMkLst>
        </pc:spChg>
        <pc:spChg chg="del">
          <ac:chgData name="Stephen Wang" userId="2033283f466edd32" providerId="LiveId" clId="{885A957D-35B4-47B3-B23D-EEC21627272E}" dt="2019-07-11T05:50:51.332" v="1700" actId="478"/>
          <ac:spMkLst>
            <pc:docMk/>
            <pc:sldMk cId="2308075480" sldId="316"/>
            <ac:spMk id="10" creationId="{B2C59CC2-BA7C-4B72-AF94-12AAFE732EEE}"/>
          </ac:spMkLst>
        </pc:spChg>
        <pc:spChg chg="add del mod">
          <ac:chgData name="Stephen Wang" userId="2033283f466edd32" providerId="LiveId" clId="{885A957D-35B4-47B3-B23D-EEC21627272E}" dt="2019-07-11T05:56:43.838" v="1748"/>
          <ac:spMkLst>
            <pc:docMk/>
            <pc:sldMk cId="2308075480" sldId="316"/>
            <ac:spMk id="12" creationId="{440D3CCE-90B0-42B9-A792-64558AF89545}"/>
          </ac:spMkLst>
        </pc:spChg>
        <pc:picChg chg="add del mod">
          <ac:chgData name="Stephen Wang" userId="2033283f466edd32" providerId="LiveId" clId="{885A957D-35B4-47B3-B23D-EEC21627272E}" dt="2019-07-11T05:56:42.492" v="1747" actId="478"/>
          <ac:picMkLst>
            <pc:docMk/>
            <pc:sldMk cId="2308075480" sldId="316"/>
            <ac:picMk id="8" creationId="{33392CA9-A033-49FB-A271-89F7A152ADDB}"/>
          </ac:picMkLst>
        </pc:picChg>
        <pc:picChg chg="add mod">
          <ac:chgData name="Stephen Wang" userId="2033283f466edd32" providerId="LiveId" clId="{885A957D-35B4-47B3-B23D-EEC21627272E}" dt="2019-07-11T05:56:43.838" v="1748"/>
          <ac:picMkLst>
            <pc:docMk/>
            <pc:sldMk cId="2308075480" sldId="316"/>
            <ac:picMk id="13" creationId="{36C31F9D-43E5-4631-844F-235E59094D39}"/>
          </ac:picMkLst>
        </pc:picChg>
        <pc:picChg chg="del">
          <ac:chgData name="Stephen Wang" userId="2033283f466edd32" providerId="LiveId" clId="{885A957D-35B4-47B3-B23D-EEC21627272E}" dt="2019-07-11T05:50:51.332" v="1700" actId="478"/>
          <ac:picMkLst>
            <pc:docMk/>
            <pc:sldMk cId="2308075480" sldId="316"/>
            <ac:picMk id="2050" creationId="{8B7A9997-8921-4D04-84C8-D480F1E4F6CE}"/>
          </ac:picMkLst>
        </pc:picChg>
        <pc:picChg chg="del">
          <ac:chgData name="Stephen Wang" userId="2033283f466edd32" providerId="LiveId" clId="{885A957D-35B4-47B3-B23D-EEC21627272E}" dt="2019-07-11T05:50:51.332" v="1700" actId="478"/>
          <ac:picMkLst>
            <pc:docMk/>
            <pc:sldMk cId="2308075480" sldId="316"/>
            <ac:picMk id="2052" creationId="{CAA4EF2E-A243-4B8F-B104-002D632DF2EC}"/>
          </ac:picMkLst>
        </pc:picChg>
      </pc:sldChg>
      <pc:sldChg chg="addSp delSp modSp add">
        <pc:chgData name="Stephen Wang" userId="2033283f466edd32" providerId="LiveId" clId="{885A957D-35B4-47B3-B23D-EEC21627272E}" dt="2019-07-16T01:13:19.804" v="3236" actId="20577"/>
        <pc:sldMkLst>
          <pc:docMk/>
          <pc:sldMk cId="804710004" sldId="317"/>
        </pc:sldMkLst>
        <pc:spChg chg="mod">
          <ac:chgData name="Stephen Wang" userId="2033283f466edd32" providerId="LiveId" clId="{885A957D-35B4-47B3-B23D-EEC21627272E}" dt="2019-07-16T01:13:19.804" v="3236" actId="20577"/>
          <ac:spMkLst>
            <pc:docMk/>
            <pc:sldMk cId="804710004" sldId="317"/>
            <ac:spMk id="2" creationId="{37215952-9A25-4CE1-8594-098D45C009A8}"/>
          </ac:spMkLst>
        </pc:spChg>
        <pc:spChg chg="add del mod">
          <ac:chgData name="Stephen Wang" userId="2033283f466edd32" providerId="LiveId" clId="{885A957D-35B4-47B3-B23D-EEC21627272E}" dt="2019-07-11T05:59:50.354" v="1766"/>
          <ac:spMkLst>
            <pc:docMk/>
            <pc:sldMk cId="804710004" sldId="317"/>
            <ac:spMk id="3" creationId="{8D62AFD3-7A3A-4DC9-A170-4A0D3070E66D}"/>
          </ac:spMkLst>
        </pc:spChg>
        <pc:spChg chg="add del mod">
          <ac:chgData name="Stephen Wang" userId="2033283f466edd32" providerId="LiveId" clId="{885A957D-35B4-47B3-B23D-EEC21627272E}" dt="2019-07-11T06:00:04.792" v="1773"/>
          <ac:spMkLst>
            <pc:docMk/>
            <pc:sldMk cId="804710004" sldId="317"/>
            <ac:spMk id="5" creationId="{31EF5678-C158-424D-A2C2-E28D05D6988B}"/>
          </ac:spMkLst>
        </pc:spChg>
        <pc:spChg chg="add mod">
          <ac:chgData name="Stephen Wang" userId="2033283f466edd32" providerId="LiveId" clId="{885A957D-35B4-47B3-B23D-EEC21627272E}" dt="2019-07-11T06:12:06.513" v="1969" actId="1076"/>
          <ac:spMkLst>
            <pc:docMk/>
            <pc:sldMk cId="804710004" sldId="317"/>
            <ac:spMk id="6" creationId="{3FAF1354-A236-4159-8C61-1F7A8679A3BF}"/>
          </ac:spMkLst>
        </pc:spChg>
        <pc:spChg chg="del">
          <ac:chgData name="Stephen Wang" userId="2033283f466edd32" providerId="LiveId" clId="{885A957D-35B4-47B3-B23D-EEC21627272E}" dt="2019-07-11T05:59:10.146" v="1763" actId="478"/>
          <ac:spMkLst>
            <pc:docMk/>
            <pc:sldMk cId="804710004" sldId="317"/>
            <ac:spMk id="9" creationId="{7196AAFA-9F9C-403F-9607-CFE81E45C537}"/>
          </ac:spMkLst>
        </pc:spChg>
        <pc:spChg chg="del">
          <ac:chgData name="Stephen Wang" userId="2033283f466edd32" providerId="LiveId" clId="{885A957D-35B4-47B3-B23D-EEC21627272E}" dt="2019-07-11T05:59:10.146" v="1763" actId="478"/>
          <ac:spMkLst>
            <pc:docMk/>
            <pc:sldMk cId="804710004" sldId="317"/>
            <ac:spMk id="10" creationId="{B2C59CC2-BA7C-4B72-AF94-12AAFE732EEE}"/>
          </ac:spMkLst>
        </pc:spChg>
        <pc:picChg chg="add del">
          <ac:chgData name="Stephen Wang" userId="2033283f466edd32" providerId="LiveId" clId="{885A957D-35B4-47B3-B23D-EEC21627272E}" dt="2019-07-11T05:59:49.562" v="1765"/>
          <ac:picMkLst>
            <pc:docMk/>
            <pc:sldMk cId="804710004" sldId="317"/>
            <ac:picMk id="11" creationId="{317860FE-5D50-4784-BB6E-8DDFC4EB5318}"/>
          </ac:picMkLst>
        </pc:picChg>
        <pc:picChg chg="add del mod">
          <ac:chgData name="Stephen Wang" userId="2033283f466edd32" providerId="LiveId" clId="{885A957D-35B4-47B3-B23D-EEC21627272E}" dt="2019-07-11T06:00:04.114" v="1772"/>
          <ac:picMkLst>
            <pc:docMk/>
            <pc:sldMk cId="804710004" sldId="317"/>
            <ac:picMk id="12" creationId="{4A9CC9CB-0D44-4B8A-9388-A6ADA48B051E}"/>
          </ac:picMkLst>
        </pc:picChg>
        <pc:picChg chg="add mod">
          <ac:chgData name="Stephen Wang" userId="2033283f466edd32" providerId="LiveId" clId="{885A957D-35B4-47B3-B23D-EEC21627272E}" dt="2019-07-11T06:07:43.201" v="1879" actId="1076"/>
          <ac:picMkLst>
            <pc:docMk/>
            <pc:sldMk cId="804710004" sldId="317"/>
            <ac:picMk id="13" creationId="{9283B938-C8A5-4A54-9308-D99945E9C491}"/>
          </ac:picMkLst>
        </pc:picChg>
        <pc:picChg chg="add mod">
          <ac:chgData name="Stephen Wang" userId="2033283f466edd32" providerId="LiveId" clId="{885A957D-35B4-47B3-B23D-EEC21627272E}" dt="2019-07-11T06:07:44.633" v="1880" actId="1076"/>
          <ac:picMkLst>
            <pc:docMk/>
            <pc:sldMk cId="804710004" sldId="317"/>
            <ac:picMk id="14" creationId="{9B1D7E1E-B452-427C-A685-CD4C11B3F6A2}"/>
          </ac:picMkLst>
        </pc:picChg>
        <pc:picChg chg="add del">
          <ac:chgData name="Stephen Wang" userId="2033283f466edd32" providerId="LiveId" clId="{885A957D-35B4-47B3-B23D-EEC21627272E}" dt="2019-07-11T06:00:05.787" v="1775"/>
          <ac:picMkLst>
            <pc:docMk/>
            <pc:sldMk cId="804710004" sldId="317"/>
            <ac:picMk id="15" creationId="{D5C50B60-A49F-46EA-A1D7-42C42D09343E}"/>
          </ac:picMkLst>
        </pc:picChg>
        <pc:picChg chg="add mod">
          <ac:chgData name="Stephen Wang" userId="2033283f466edd32" providerId="LiveId" clId="{885A957D-35B4-47B3-B23D-EEC21627272E}" dt="2019-07-11T06:07:47.218" v="1881" actId="1076"/>
          <ac:picMkLst>
            <pc:docMk/>
            <pc:sldMk cId="804710004" sldId="317"/>
            <ac:picMk id="16" creationId="{9C880160-6A7D-4460-9127-591F252E7246}"/>
          </ac:picMkLst>
        </pc:picChg>
        <pc:picChg chg="add mod">
          <ac:chgData name="Stephen Wang" userId="2033283f466edd32" providerId="LiveId" clId="{885A957D-35B4-47B3-B23D-EEC21627272E}" dt="2019-07-11T06:07:50.235" v="1882" actId="1076"/>
          <ac:picMkLst>
            <pc:docMk/>
            <pc:sldMk cId="804710004" sldId="317"/>
            <ac:picMk id="17" creationId="{CAB43085-CD59-492C-AEC4-E4D2F36083CF}"/>
          </ac:picMkLst>
        </pc:picChg>
        <pc:picChg chg="del">
          <ac:chgData name="Stephen Wang" userId="2033283f466edd32" providerId="LiveId" clId="{885A957D-35B4-47B3-B23D-EEC21627272E}" dt="2019-07-11T05:59:10.146" v="1763" actId="478"/>
          <ac:picMkLst>
            <pc:docMk/>
            <pc:sldMk cId="804710004" sldId="317"/>
            <ac:picMk id="2050" creationId="{8B7A9997-8921-4D04-84C8-D480F1E4F6CE}"/>
          </ac:picMkLst>
        </pc:picChg>
        <pc:picChg chg="del">
          <ac:chgData name="Stephen Wang" userId="2033283f466edd32" providerId="LiveId" clId="{885A957D-35B4-47B3-B23D-EEC21627272E}" dt="2019-07-11T05:59:10.146" v="1763" actId="478"/>
          <ac:picMkLst>
            <pc:docMk/>
            <pc:sldMk cId="804710004" sldId="317"/>
            <ac:picMk id="2052" creationId="{CAA4EF2E-A243-4B8F-B104-002D632DF2EC}"/>
          </ac:picMkLst>
        </pc:picChg>
      </pc:sldChg>
      <pc:sldChg chg="addSp delSp modSp add">
        <pc:chgData name="Stephen Wang" userId="2033283f466edd32" providerId="LiveId" clId="{885A957D-35B4-47B3-B23D-EEC21627272E}" dt="2019-07-16T01:13:30.110" v="3238" actId="20577"/>
        <pc:sldMkLst>
          <pc:docMk/>
          <pc:sldMk cId="311921637" sldId="319"/>
        </pc:sldMkLst>
        <pc:spChg chg="mod">
          <ac:chgData name="Stephen Wang" userId="2033283f466edd32" providerId="LiveId" clId="{885A957D-35B4-47B3-B23D-EEC21627272E}" dt="2019-07-16T01:13:30.110" v="3238" actId="20577"/>
          <ac:spMkLst>
            <pc:docMk/>
            <pc:sldMk cId="311921637" sldId="319"/>
            <ac:spMk id="2" creationId="{37215952-9A25-4CE1-8594-098D45C009A8}"/>
          </ac:spMkLst>
        </pc:spChg>
        <pc:spChg chg="del">
          <ac:chgData name="Stephen Wang" userId="2033283f466edd32" providerId="LiveId" clId="{885A957D-35B4-47B3-B23D-EEC21627272E}" dt="2019-07-11T06:08:58.507" v="1893" actId="478"/>
          <ac:spMkLst>
            <pc:docMk/>
            <pc:sldMk cId="311921637" sldId="319"/>
            <ac:spMk id="5" creationId="{E27FEF2E-E7D2-4988-B412-284B5B2D71F9}"/>
          </ac:spMkLst>
        </pc:spChg>
        <pc:spChg chg="add del mod">
          <ac:chgData name="Stephen Wang" userId="2033283f466edd32" providerId="LiveId" clId="{885A957D-35B4-47B3-B23D-EEC21627272E}" dt="2019-07-11T06:09:06.062" v="1894"/>
          <ac:spMkLst>
            <pc:docMk/>
            <pc:sldMk cId="311921637" sldId="319"/>
            <ac:spMk id="6" creationId="{B15DA357-5329-4622-8C33-652F35B0ADFD}"/>
          </ac:spMkLst>
        </pc:spChg>
        <pc:spChg chg="add del mod">
          <ac:chgData name="Stephen Wang" userId="2033283f466edd32" providerId="LiveId" clId="{885A957D-35B4-47B3-B23D-EEC21627272E}" dt="2019-07-11T06:09:10.762" v="1895"/>
          <ac:spMkLst>
            <pc:docMk/>
            <pc:sldMk cId="311921637" sldId="319"/>
            <ac:spMk id="7" creationId="{FC52DF77-8124-48CA-BA1A-DC8FFE583EAB}"/>
          </ac:spMkLst>
        </pc:spChg>
        <pc:spChg chg="del">
          <ac:chgData name="Stephen Wang" userId="2033283f466edd32" providerId="LiveId" clId="{885A957D-35B4-47B3-B23D-EEC21627272E}" dt="2019-07-11T06:08:58.507" v="1893" actId="478"/>
          <ac:spMkLst>
            <pc:docMk/>
            <pc:sldMk cId="311921637" sldId="319"/>
            <ac:spMk id="8" creationId="{702313F6-4373-4D2C-BE09-B055EFB6C492}"/>
          </ac:spMkLst>
        </pc:spChg>
        <pc:spChg chg="add del mod">
          <ac:chgData name="Stephen Wang" userId="2033283f466edd32" providerId="LiveId" clId="{885A957D-35B4-47B3-B23D-EEC21627272E}" dt="2019-07-11T06:09:20.873" v="1898"/>
          <ac:spMkLst>
            <pc:docMk/>
            <pc:sldMk cId="311921637" sldId="319"/>
            <ac:spMk id="9" creationId="{E859E2A7-560F-4499-9CEF-0C15878333DB}"/>
          </ac:spMkLst>
        </pc:spChg>
        <pc:spChg chg="add mod">
          <ac:chgData name="Stephen Wang" userId="2033283f466edd32" providerId="LiveId" clId="{885A957D-35B4-47B3-B23D-EEC21627272E}" dt="2019-07-11T08:35:37.198" v="3134" actId="1076"/>
          <ac:spMkLst>
            <pc:docMk/>
            <pc:sldMk cId="311921637" sldId="319"/>
            <ac:spMk id="10" creationId="{3EE8E22A-80EE-4B17-90C9-940CF31FC3CB}"/>
          </ac:spMkLst>
        </pc:spChg>
        <pc:spChg chg="add mod">
          <ac:chgData name="Stephen Wang" userId="2033283f466edd32" providerId="LiveId" clId="{885A957D-35B4-47B3-B23D-EEC21627272E}" dt="2019-07-11T08:37:09.247" v="3153" actId="1076"/>
          <ac:spMkLst>
            <pc:docMk/>
            <pc:sldMk cId="311921637" sldId="319"/>
            <ac:spMk id="11" creationId="{0A8B12FB-0CDB-47A7-83A3-0F661AB89990}"/>
          </ac:spMkLst>
        </pc:spChg>
        <pc:spChg chg="add mod">
          <ac:chgData name="Stephen Wang" userId="2033283f466edd32" providerId="LiveId" clId="{885A957D-35B4-47B3-B23D-EEC21627272E}" dt="2019-07-11T08:35:54.032" v="3139" actId="1076"/>
          <ac:spMkLst>
            <pc:docMk/>
            <pc:sldMk cId="311921637" sldId="319"/>
            <ac:spMk id="12" creationId="{A6DEF53B-1031-432D-AF07-8A78FA9C7025}"/>
          </ac:spMkLst>
        </pc:spChg>
        <pc:spChg chg="add mod">
          <ac:chgData name="Stephen Wang" userId="2033283f466edd32" providerId="LiveId" clId="{885A957D-35B4-47B3-B23D-EEC21627272E}" dt="2019-07-11T08:36:34.769" v="3146" actId="1076"/>
          <ac:spMkLst>
            <pc:docMk/>
            <pc:sldMk cId="311921637" sldId="319"/>
            <ac:spMk id="14" creationId="{7D175E3A-013B-4564-85B5-C75B79B9D074}"/>
          </ac:spMkLst>
        </pc:spChg>
        <pc:spChg chg="add mod">
          <ac:chgData name="Stephen Wang" userId="2033283f466edd32" providerId="LiveId" clId="{885A957D-35B4-47B3-B23D-EEC21627272E}" dt="2019-07-11T08:36:34.769" v="3146" actId="1076"/>
          <ac:spMkLst>
            <pc:docMk/>
            <pc:sldMk cId="311921637" sldId="319"/>
            <ac:spMk id="15" creationId="{A234C273-E4B7-4A0C-A353-B9A08F475DE9}"/>
          </ac:spMkLst>
        </pc:spChg>
        <pc:spChg chg="add mod">
          <ac:chgData name="Stephen Wang" userId="2033283f466edd32" providerId="LiveId" clId="{885A957D-35B4-47B3-B23D-EEC21627272E}" dt="2019-07-11T08:36:40.221" v="3147" actId="1076"/>
          <ac:spMkLst>
            <pc:docMk/>
            <pc:sldMk cId="311921637" sldId="319"/>
            <ac:spMk id="16" creationId="{16ADC10B-2A08-44BE-89FF-5CE9278CBA63}"/>
          </ac:spMkLst>
        </pc:spChg>
        <pc:spChg chg="add mod">
          <ac:chgData name="Stephen Wang" userId="2033283f466edd32" providerId="LiveId" clId="{885A957D-35B4-47B3-B23D-EEC21627272E}" dt="2019-07-11T08:36:40.221" v="3147" actId="1076"/>
          <ac:spMkLst>
            <pc:docMk/>
            <pc:sldMk cId="311921637" sldId="319"/>
            <ac:spMk id="19" creationId="{C2208763-ACE8-47F9-9FC5-59FFB2FA1E03}"/>
          </ac:spMkLst>
        </pc:spChg>
        <pc:spChg chg="add mod">
          <ac:chgData name="Stephen Wang" userId="2033283f466edd32" providerId="LiveId" clId="{885A957D-35B4-47B3-B23D-EEC21627272E}" dt="2019-07-11T08:37:09.247" v="3153" actId="1076"/>
          <ac:spMkLst>
            <pc:docMk/>
            <pc:sldMk cId="311921637" sldId="319"/>
            <ac:spMk id="20" creationId="{CB056E94-731A-4FF9-9296-018AB3C9F9E7}"/>
          </ac:spMkLst>
        </pc:spChg>
        <pc:picChg chg="add mod">
          <ac:chgData name="Stephen Wang" userId="2033283f466edd32" providerId="LiveId" clId="{885A957D-35B4-47B3-B23D-EEC21627272E}" dt="2019-07-11T08:35:54.032" v="3139" actId="1076"/>
          <ac:picMkLst>
            <pc:docMk/>
            <pc:sldMk cId="311921637" sldId="319"/>
            <ac:picMk id="13" creationId="{67B03237-81EB-4062-9137-10B2446D7579}"/>
          </ac:picMkLst>
        </pc:picChg>
        <pc:picChg chg="add mod">
          <ac:chgData name="Stephen Wang" userId="2033283f466edd32" providerId="LiveId" clId="{885A957D-35B4-47B3-B23D-EEC21627272E}" dt="2019-07-11T08:36:40.221" v="3147" actId="1076"/>
          <ac:picMkLst>
            <pc:docMk/>
            <pc:sldMk cId="311921637" sldId="319"/>
            <ac:picMk id="17" creationId="{410EB369-96E0-4DE4-821F-CDC36C0CEED5}"/>
          </ac:picMkLst>
        </pc:picChg>
        <pc:picChg chg="add mod">
          <ac:chgData name="Stephen Wang" userId="2033283f466edd32" providerId="LiveId" clId="{885A957D-35B4-47B3-B23D-EEC21627272E}" dt="2019-07-11T08:36:34.769" v="3146" actId="1076"/>
          <ac:picMkLst>
            <pc:docMk/>
            <pc:sldMk cId="311921637" sldId="319"/>
            <ac:picMk id="18" creationId="{B2A16A8E-776B-471D-BD7D-42BFB14A6B8C}"/>
          </ac:picMkLst>
        </pc:picChg>
        <pc:picChg chg="add mod">
          <ac:chgData name="Stephen Wang" userId="2033283f466edd32" providerId="LiveId" clId="{885A957D-35B4-47B3-B23D-EEC21627272E}" dt="2019-07-11T08:35:37.198" v="3134" actId="1076"/>
          <ac:picMkLst>
            <pc:docMk/>
            <pc:sldMk cId="311921637" sldId="319"/>
            <ac:picMk id="9218" creationId="{15C979E8-EDBF-4EB6-9F4E-D4CBC227801C}"/>
          </ac:picMkLst>
        </pc:picChg>
        <pc:picChg chg="add del">
          <ac:chgData name="Stephen Wang" userId="2033283f466edd32" providerId="LiveId" clId="{885A957D-35B4-47B3-B23D-EEC21627272E}" dt="2019-07-11T06:09:12.348" v="1897"/>
          <ac:picMkLst>
            <pc:docMk/>
            <pc:sldMk cId="311921637" sldId="319"/>
            <ac:picMk id="9220" creationId="{8C052BE3-544E-4EDF-9EC5-7ECACD8933B3}"/>
          </ac:picMkLst>
        </pc:picChg>
        <pc:picChg chg="add mod">
          <ac:chgData name="Stephen Wang" userId="2033283f466edd32" providerId="LiveId" clId="{885A957D-35B4-47B3-B23D-EEC21627272E}" dt="2019-07-11T08:36:34.769" v="3146" actId="1076"/>
          <ac:picMkLst>
            <pc:docMk/>
            <pc:sldMk cId="311921637" sldId="319"/>
            <ac:picMk id="9222" creationId="{211EC1F5-3DE5-4475-825B-AC8F5A9568C2}"/>
          </ac:picMkLst>
        </pc:picChg>
        <pc:picChg chg="add mod">
          <ac:chgData name="Stephen Wang" userId="2033283f466edd32" providerId="LiveId" clId="{885A957D-35B4-47B3-B23D-EEC21627272E}" dt="2019-07-11T08:36:40.221" v="3147" actId="1076"/>
          <ac:picMkLst>
            <pc:docMk/>
            <pc:sldMk cId="311921637" sldId="319"/>
            <ac:picMk id="9224" creationId="{A26BFA13-EA2C-43D5-AD5F-B1BC7724A3CF}"/>
          </ac:picMkLst>
        </pc:picChg>
      </pc:sldChg>
      <pc:sldChg chg="addSp delSp modSp add">
        <pc:chgData name="Stephen Wang" userId="2033283f466edd32" providerId="LiveId" clId="{885A957D-35B4-47B3-B23D-EEC21627272E}" dt="2019-07-11T06:53:44.885" v="2152" actId="121"/>
        <pc:sldMkLst>
          <pc:docMk/>
          <pc:sldMk cId="308236386" sldId="321"/>
        </pc:sldMkLst>
        <pc:spChg chg="mod">
          <ac:chgData name="Stephen Wang" userId="2033283f466edd32" providerId="LiveId" clId="{885A957D-35B4-47B3-B23D-EEC21627272E}" dt="2019-07-11T06:41:50.023" v="2117" actId="20577"/>
          <ac:spMkLst>
            <pc:docMk/>
            <pc:sldMk cId="308236386" sldId="321"/>
            <ac:spMk id="2" creationId="{37215952-9A25-4CE1-8594-098D45C009A8}"/>
          </ac:spMkLst>
        </pc:spChg>
        <pc:spChg chg="add del mod">
          <ac:chgData name="Stephen Wang" userId="2033283f466edd32" providerId="LiveId" clId="{885A957D-35B4-47B3-B23D-EEC21627272E}" dt="2019-07-11T06:41:59.336" v="2119"/>
          <ac:spMkLst>
            <pc:docMk/>
            <pc:sldMk cId="308236386" sldId="321"/>
            <ac:spMk id="5" creationId="{D5B77EBB-EBE5-41DC-A974-284FDD1B35AC}"/>
          </ac:spMkLst>
        </pc:spChg>
        <pc:spChg chg="del">
          <ac:chgData name="Stephen Wang" userId="2033283f466edd32" providerId="LiveId" clId="{885A957D-35B4-47B3-B23D-EEC21627272E}" dt="2019-07-11T06:41:54.199" v="2118" actId="478"/>
          <ac:spMkLst>
            <pc:docMk/>
            <pc:sldMk cId="308236386" sldId="321"/>
            <ac:spMk id="6" creationId="{80928251-3870-4B2E-B085-2BE2D9D9020F}"/>
          </ac:spMkLst>
        </pc:spChg>
        <pc:spChg chg="add del mod">
          <ac:chgData name="Stephen Wang" userId="2033283f466edd32" providerId="LiveId" clId="{885A957D-35B4-47B3-B23D-EEC21627272E}" dt="2019-07-11T06:42:34.613" v="2128"/>
          <ac:spMkLst>
            <pc:docMk/>
            <pc:sldMk cId="308236386" sldId="321"/>
            <ac:spMk id="7" creationId="{7B997F0B-0ACD-492E-B50F-5B8511140551}"/>
          </ac:spMkLst>
        </pc:spChg>
        <pc:spChg chg="add del mod">
          <ac:chgData name="Stephen Wang" userId="2033283f466edd32" providerId="LiveId" clId="{885A957D-35B4-47B3-B23D-EEC21627272E}" dt="2019-07-11T06:53:44.885" v="2152" actId="121"/>
          <ac:spMkLst>
            <pc:docMk/>
            <pc:sldMk cId="308236386" sldId="321"/>
            <ac:spMk id="8" creationId="{1C7B0304-C9B6-444C-A64A-9D28453ADD3A}"/>
          </ac:spMkLst>
        </pc:spChg>
        <pc:picChg chg="add del">
          <ac:chgData name="Stephen Wang" userId="2033283f466edd32" providerId="LiveId" clId="{885A957D-35B4-47B3-B23D-EEC21627272E}" dt="2019-07-11T06:42:30.614" v="2125"/>
          <ac:picMkLst>
            <pc:docMk/>
            <pc:sldMk cId="308236386" sldId="321"/>
            <ac:picMk id="14338" creationId="{66704DA0-2EEC-44FE-85D9-8C411266C8FE}"/>
          </ac:picMkLst>
        </pc:picChg>
        <pc:picChg chg="add del">
          <ac:chgData name="Stephen Wang" userId="2033283f466edd32" providerId="LiveId" clId="{885A957D-35B4-47B3-B23D-EEC21627272E}" dt="2019-07-11T06:42:33.699" v="2127"/>
          <ac:picMkLst>
            <pc:docMk/>
            <pc:sldMk cId="308236386" sldId="321"/>
            <ac:picMk id="14340" creationId="{4C357F85-EF01-4226-B56C-907A5750FFA1}"/>
          </ac:picMkLst>
        </pc:picChg>
        <pc:picChg chg="add">
          <ac:chgData name="Stephen Wang" userId="2033283f466edd32" providerId="LiveId" clId="{885A957D-35B4-47B3-B23D-EEC21627272E}" dt="2019-07-11T06:42:34.613" v="2128"/>
          <ac:picMkLst>
            <pc:docMk/>
            <pc:sldMk cId="308236386" sldId="321"/>
            <ac:picMk id="14342" creationId="{ACE25C0A-4EAD-42DF-A6F6-0ECBA8740838}"/>
          </ac:picMkLst>
        </pc:picChg>
      </pc:sldChg>
      <pc:sldChg chg="addSp delSp modSp add">
        <pc:chgData name="Stephen Wang" userId="2033283f466edd32" providerId="LiveId" clId="{885A957D-35B4-47B3-B23D-EEC21627272E}" dt="2019-07-11T07:08:49.963" v="2231" actId="14100"/>
        <pc:sldMkLst>
          <pc:docMk/>
          <pc:sldMk cId="1166939415" sldId="323"/>
        </pc:sldMkLst>
        <pc:spChg chg="mod">
          <ac:chgData name="Stephen Wang" userId="2033283f466edd32" providerId="LiveId" clId="{885A957D-35B4-47B3-B23D-EEC21627272E}" dt="2019-07-11T07:05:31.684" v="2220" actId="313"/>
          <ac:spMkLst>
            <pc:docMk/>
            <pc:sldMk cId="1166939415" sldId="323"/>
            <ac:spMk id="2" creationId="{37215952-9A25-4CE1-8594-098D45C009A8}"/>
          </ac:spMkLst>
        </pc:spChg>
        <pc:spChg chg="add del mod">
          <ac:chgData name="Stephen Wang" userId="2033283f466edd32" providerId="LiveId" clId="{885A957D-35B4-47B3-B23D-EEC21627272E}" dt="2019-07-11T07:06:31.318" v="2222"/>
          <ac:spMkLst>
            <pc:docMk/>
            <pc:sldMk cId="1166939415" sldId="323"/>
            <ac:spMk id="3" creationId="{20614F4D-25F0-4185-9478-6588051C8950}"/>
          </ac:spMkLst>
        </pc:spChg>
        <pc:spChg chg="add del mod">
          <ac:chgData name="Stephen Wang" userId="2033283f466edd32" providerId="LiveId" clId="{885A957D-35B4-47B3-B23D-EEC21627272E}" dt="2019-07-11T07:08:22.023" v="2224"/>
          <ac:spMkLst>
            <pc:docMk/>
            <pc:sldMk cId="1166939415" sldId="323"/>
            <ac:spMk id="7" creationId="{30509520-C796-45CD-A9B4-FFC2B5CA25E7}"/>
          </ac:spMkLst>
        </pc:spChg>
        <pc:spChg chg="del">
          <ac:chgData name="Stephen Wang" userId="2033283f466edd32" providerId="LiveId" clId="{885A957D-35B4-47B3-B23D-EEC21627272E}" dt="2019-07-11T07:08:20.276" v="2223" actId="478"/>
          <ac:spMkLst>
            <pc:docMk/>
            <pc:sldMk cId="1166939415" sldId="323"/>
            <ac:spMk id="8" creationId="{1C7B0304-C9B6-444C-A64A-9D28453ADD3A}"/>
          </ac:spMkLst>
        </pc:spChg>
        <pc:spChg chg="add mod">
          <ac:chgData name="Stephen Wang" userId="2033283f466edd32" providerId="LiveId" clId="{885A957D-35B4-47B3-B23D-EEC21627272E}" dt="2019-07-11T07:08:49.963" v="2231" actId="14100"/>
          <ac:spMkLst>
            <pc:docMk/>
            <pc:sldMk cId="1166939415" sldId="323"/>
            <ac:spMk id="10" creationId="{7E33F8B0-DAE3-4905-AD0D-F6E7F3704345}"/>
          </ac:spMkLst>
        </pc:spChg>
        <pc:picChg chg="add mod">
          <ac:chgData name="Stephen Wang" userId="2033283f466edd32" providerId="LiveId" clId="{885A957D-35B4-47B3-B23D-EEC21627272E}" dt="2019-07-11T07:06:31.318" v="2222"/>
          <ac:picMkLst>
            <pc:docMk/>
            <pc:sldMk cId="1166939415" sldId="323"/>
            <ac:picMk id="5" creationId="{546425C5-F1C8-4DA9-95F1-83C8C9AB9041}"/>
          </ac:picMkLst>
        </pc:picChg>
        <pc:picChg chg="add mod">
          <ac:chgData name="Stephen Wang" userId="2033283f466edd32" providerId="LiveId" clId="{885A957D-35B4-47B3-B23D-EEC21627272E}" dt="2019-07-11T07:08:27.023" v="2225" actId="1076"/>
          <ac:picMkLst>
            <pc:docMk/>
            <pc:sldMk cId="1166939415" sldId="323"/>
            <ac:picMk id="9" creationId="{23D459D6-A716-4120-B697-800085BDEC78}"/>
          </ac:picMkLst>
        </pc:picChg>
        <pc:picChg chg="del">
          <ac:chgData name="Stephen Wang" userId="2033283f466edd32" providerId="LiveId" clId="{885A957D-35B4-47B3-B23D-EEC21627272E}" dt="2019-07-11T07:06:30.107" v="2221" actId="478"/>
          <ac:picMkLst>
            <pc:docMk/>
            <pc:sldMk cId="1166939415" sldId="323"/>
            <ac:picMk id="14342" creationId="{ACE25C0A-4EAD-42DF-A6F6-0ECBA8740838}"/>
          </ac:picMkLst>
        </pc:picChg>
      </pc:sldChg>
      <pc:sldChg chg="add">
        <pc:chgData name="Stephen Wang" userId="2033283f466edd32" providerId="LiveId" clId="{885A957D-35B4-47B3-B23D-EEC21627272E}" dt="2019-07-11T07:09:14.983" v="2234"/>
        <pc:sldMkLst>
          <pc:docMk/>
          <pc:sldMk cId="2943465436" sldId="324"/>
        </pc:sldMkLst>
      </pc:sldChg>
      <pc:sldChg chg="addSp delSp modSp add">
        <pc:chgData name="Stephen Wang" userId="2033283f466edd32" providerId="LiveId" clId="{885A957D-35B4-47B3-B23D-EEC21627272E}" dt="2019-07-11T07:18:03.084" v="2419" actId="20577"/>
        <pc:sldMkLst>
          <pc:docMk/>
          <pc:sldMk cId="1816766758" sldId="325"/>
        </pc:sldMkLst>
        <pc:spChg chg="mod">
          <ac:chgData name="Stephen Wang" userId="2033283f466edd32" providerId="LiveId" clId="{885A957D-35B4-47B3-B23D-EEC21627272E}" dt="2019-07-11T07:12:58.888" v="2346" actId="20577"/>
          <ac:spMkLst>
            <pc:docMk/>
            <pc:sldMk cId="1816766758" sldId="325"/>
            <ac:spMk id="2" creationId="{37215952-9A25-4CE1-8594-098D45C009A8}"/>
          </ac:spMkLst>
        </pc:spChg>
        <pc:spChg chg="add del mod">
          <ac:chgData name="Stephen Wang" userId="2033283f466edd32" providerId="LiveId" clId="{885A957D-35B4-47B3-B23D-EEC21627272E}" dt="2019-07-11T07:16:15.717" v="2389"/>
          <ac:spMkLst>
            <pc:docMk/>
            <pc:sldMk cId="1816766758" sldId="325"/>
            <ac:spMk id="5" creationId="{AFDC41F5-665F-46B4-B371-4266EB9E0DFD}"/>
          </ac:spMkLst>
        </pc:spChg>
        <pc:spChg chg="del">
          <ac:chgData name="Stephen Wang" userId="2033283f466edd32" providerId="LiveId" clId="{885A957D-35B4-47B3-B23D-EEC21627272E}" dt="2019-07-11T07:11:11.793" v="2318" actId="478"/>
          <ac:spMkLst>
            <pc:docMk/>
            <pc:sldMk cId="1816766758" sldId="325"/>
            <ac:spMk id="6" creationId="{8A8EFB8F-A4DE-4D1C-B01B-2FC05310AED6}"/>
          </ac:spMkLst>
        </pc:spChg>
        <pc:spChg chg="del">
          <ac:chgData name="Stephen Wang" userId="2033283f466edd32" providerId="LiveId" clId="{885A957D-35B4-47B3-B23D-EEC21627272E}" dt="2019-07-11T07:11:11.793" v="2318" actId="478"/>
          <ac:spMkLst>
            <pc:docMk/>
            <pc:sldMk cId="1816766758" sldId="325"/>
            <ac:spMk id="8" creationId="{1C7B0304-C9B6-444C-A64A-9D28453ADD3A}"/>
          </ac:spMkLst>
        </pc:spChg>
        <pc:spChg chg="add del mod">
          <ac:chgData name="Stephen Wang" userId="2033283f466edd32" providerId="LiveId" clId="{885A957D-35B4-47B3-B23D-EEC21627272E}" dt="2019-07-11T07:12:03.247" v="2319"/>
          <ac:spMkLst>
            <pc:docMk/>
            <pc:sldMk cId="1816766758" sldId="325"/>
            <ac:spMk id="10" creationId="{0BD146CC-3F05-4B97-8A01-627D192AE9E8}"/>
          </ac:spMkLst>
        </pc:spChg>
        <pc:spChg chg="add mod">
          <ac:chgData name="Stephen Wang" userId="2033283f466edd32" providerId="LiveId" clId="{885A957D-35B4-47B3-B23D-EEC21627272E}" dt="2019-07-11T07:18:01.688" v="2418" actId="20577"/>
          <ac:spMkLst>
            <pc:docMk/>
            <pc:sldMk cId="1816766758" sldId="325"/>
            <ac:spMk id="12" creationId="{B937DC6D-1142-4F16-8DC1-CE165FC7694E}"/>
          </ac:spMkLst>
        </pc:spChg>
        <pc:spChg chg="add mod">
          <ac:chgData name="Stephen Wang" userId="2033283f466edd32" providerId="LiveId" clId="{885A957D-35B4-47B3-B23D-EEC21627272E}" dt="2019-07-11T07:18:03.084" v="2419" actId="20577"/>
          <ac:spMkLst>
            <pc:docMk/>
            <pc:sldMk cId="1816766758" sldId="325"/>
            <ac:spMk id="14" creationId="{17665534-52DB-48B9-8896-ECA8BA211F78}"/>
          </ac:spMkLst>
        </pc:spChg>
        <pc:picChg chg="del">
          <ac:chgData name="Stephen Wang" userId="2033283f466edd32" providerId="LiveId" clId="{885A957D-35B4-47B3-B23D-EEC21627272E}" dt="2019-07-11T07:11:11.793" v="2318" actId="478"/>
          <ac:picMkLst>
            <pc:docMk/>
            <pc:sldMk cId="1816766758" sldId="325"/>
            <ac:picMk id="9" creationId="{95AD3551-D9CB-4820-AAD3-E1E2F1681FB6}"/>
          </ac:picMkLst>
        </pc:picChg>
        <pc:picChg chg="add mod">
          <ac:chgData name="Stephen Wang" userId="2033283f466edd32" providerId="LiveId" clId="{885A957D-35B4-47B3-B23D-EEC21627272E}" dt="2019-07-11T07:17:47.061" v="2413" actId="14100"/>
          <ac:picMkLst>
            <pc:docMk/>
            <pc:sldMk cId="1816766758" sldId="325"/>
            <ac:picMk id="11" creationId="{6C1689D0-AD99-4628-B66A-4E63F23FA3C1}"/>
          </ac:picMkLst>
        </pc:picChg>
        <pc:picChg chg="add mod">
          <ac:chgData name="Stephen Wang" userId="2033283f466edd32" providerId="LiveId" clId="{885A957D-35B4-47B3-B23D-EEC21627272E}" dt="2019-07-11T07:17:52.851" v="2415" actId="1076"/>
          <ac:picMkLst>
            <pc:docMk/>
            <pc:sldMk cId="1816766758" sldId="325"/>
            <ac:picMk id="13" creationId="{178DA781-D656-40E4-B4BA-3AA75B8ED59E}"/>
          </ac:picMkLst>
        </pc:picChg>
      </pc:sldChg>
      <pc:sldChg chg="addSp delSp modSp add">
        <pc:chgData name="Stephen Wang" userId="2033283f466edd32" providerId="LiveId" clId="{885A957D-35B4-47B3-B23D-EEC21627272E}" dt="2019-07-11T08:08:35.629" v="2903" actId="20577"/>
        <pc:sldMkLst>
          <pc:docMk/>
          <pc:sldMk cId="1363580025" sldId="326"/>
        </pc:sldMkLst>
        <pc:spChg chg="mod">
          <ac:chgData name="Stephen Wang" userId="2033283f466edd32" providerId="LiveId" clId="{885A957D-35B4-47B3-B23D-EEC21627272E}" dt="2019-07-11T07:37:52.552" v="2454" actId="5793"/>
          <ac:spMkLst>
            <pc:docMk/>
            <pc:sldMk cId="1363580025" sldId="326"/>
            <ac:spMk id="2" creationId="{37215952-9A25-4CE1-8594-098D45C009A8}"/>
          </ac:spMkLst>
        </pc:spChg>
        <pc:spChg chg="add del mod">
          <ac:chgData name="Stephen Wang" userId="2033283f466edd32" providerId="LiveId" clId="{885A957D-35B4-47B3-B23D-EEC21627272E}" dt="2019-07-11T07:38:21.409" v="2455"/>
          <ac:spMkLst>
            <pc:docMk/>
            <pc:sldMk cId="1363580025" sldId="326"/>
            <ac:spMk id="6" creationId="{E9783A06-2BDD-41EE-A7EB-4CD8254F0F4A}"/>
          </ac:spMkLst>
        </pc:spChg>
        <pc:spChg chg="add del mod">
          <ac:chgData name="Stephen Wang" userId="2033283f466edd32" providerId="LiveId" clId="{885A957D-35B4-47B3-B23D-EEC21627272E}" dt="2019-07-11T07:33:59.992" v="2432"/>
          <ac:spMkLst>
            <pc:docMk/>
            <pc:sldMk cId="1363580025" sldId="326"/>
            <ac:spMk id="8" creationId="{E1154299-3FDC-48EE-BD19-1BB9FCB53897}"/>
          </ac:spMkLst>
        </pc:spChg>
        <pc:spChg chg="del">
          <ac:chgData name="Stephen Wang" userId="2033283f466edd32" providerId="LiveId" clId="{885A957D-35B4-47B3-B23D-EEC21627272E}" dt="2019-07-11T07:20:15.433" v="2431" actId="478"/>
          <ac:spMkLst>
            <pc:docMk/>
            <pc:sldMk cId="1363580025" sldId="326"/>
            <ac:spMk id="10" creationId="{7E33F8B0-DAE3-4905-AD0D-F6E7F3704345}"/>
          </ac:spMkLst>
        </pc:spChg>
        <pc:spChg chg="add del mod">
          <ac:chgData name="Stephen Wang" userId="2033283f466edd32" providerId="LiveId" clId="{885A957D-35B4-47B3-B23D-EEC21627272E}" dt="2019-07-11T07:37:10.355" v="2434"/>
          <ac:spMkLst>
            <pc:docMk/>
            <pc:sldMk cId="1363580025" sldId="326"/>
            <ac:spMk id="13" creationId="{BBFDEEE4-41B0-46A6-BFFB-292B88001E8E}"/>
          </ac:spMkLst>
        </pc:spChg>
        <pc:spChg chg="add del mod">
          <ac:chgData name="Stephen Wang" userId="2033283f466edd32" providerId="LiveId" clId="{885A957D-35B4-47B3-B23D-EEC21627272E}" dt="2019-07-11T07:41:06.837" v="2458"/>
          <ac:spMkLst>
            <pc:docMk/>
            <pc:sldMk cId="1363580025" sldId="326"/>
            <ac:spMk id="18" creationId="{8C828B4C-A0EC-48D8-8703-E0964FD21D73}"/>
          </ac:spMkLst>
        </pc:spChg>
        <pc:spChg chg="add del">
          <ac:chgData name="Stephen Wang" userId="2033283f466edd32" providerId="LiveId" clId="{885A957D-35B4-47B3-B23D-EEC21627272E}" dt="2019-07-11T08:06:04.366" v="2750"/>
          <ac:spMkLst>
            <pc:docMk/>
            <pc:sldMk cId="1363580025" sldId="326"/>
            <ac:spMk id="21" creationId="{F07DD6FA-AEA7-4A4A-9A79-AE0B9428FCBF}"/>
          </ac:spMkLst>
        </pc:spChg>
        <pc:spChg chg="add mod">
          <ac:chgData name="Stephen Wang" userId="2033283f466edd32" providerId="LiveId" clId="{885A957D-35B4-47B3-B23D-EEC21627272E}" dt="2019-07-11T08:08:35.629" v="2903" actId="20577"/>
          <ac:spMkLst>
            <pc:docMk/>
            <pc:sldMk cId="1363580025" sldId="326"/>
            <ac:spMk id="22" creationId="{945A936E-07D8-4CFD-8CE4-4C59975320F0}"/>
          </ac:spMkLst>
        </pc:spChg>
        <pc:picChg chg="del">
          <ac:chgData name="Stephen Wang" userId="2033283f466edd32" providerId="LiveId" clId="{885A957D-35B4-47B3-B23D-EEC21627272E}" dt="2019-07-11T07:20:15.433" v="2431" actId="478"/>
          <ac:picMkLst>
            <pc:docMk/>
            <pc:sldMk cId="1363580025" sldId="326"/>
            <ac:picMk id="5" creationId="{546425C5-F1C8-4DA9-95F1-83C8C9AB9041}"/>
          </ac:picMkLst>
        </pc:picChg>
        <pc:picChg chg="del">
          <ac:chgData name="Stephen Wang" userId="2033283f466edd32" providerId="LiveId" clId="{885A957D-35B4-47B3-B23D-EEC21627272E}" dt="2019-07-11T07:20:15.433" v="2431" actId="478"/>
          <ac:picMkLst>
            <pc:docMk/>
            <pc:sldMk cId="1363580025" sldId="326"/>
            <ac:picMk id="9" creationId="{23D459D6-A716-4120-B697-800085BDEC78}"/>
          </ac:picMkLst>
        </pc:picChg>
        <pc:picChg chg="add del mod">
          <ac:chgData name="Stephen Wang" userId="2033283f466edd32" providerId="LiveId" clId="{885A957D-35B4-47B3-B23D-EEC21627272E}" dt="2019-07-11T07:36:58.867" v="2433" actId="478"/>
          <ac:picMkLst>
            <pc:docMk/>
            <pc:sldMk cId="1363580025" sldId="326"/>
            <ac:picMk id="11" creationId="{ECC4B817-07B6-4E58-A33F-C686FAFCD715}"/>
          </ac:picMkLst>
        </pc:picChg>
        <pc:picChg chg="add mod">
          <ac:chgData name="Stephen Wang" userId="2033283f466edd32" providerId="LiveId" clId="{885A957D-35B4-47B3-B23D-EEC21627272E}" dt="2019-07-11T08:06:09.423" v="2753" actId="1076"/>
          <ac:picMkLst>
            <pc:docMk/>
            <pc:sldMk cId="1363580025" sldId="326"/>
            <ac:picMk id="15" creationId="{CB9F6E90-0C41-43C9-9A89-4002473648F1}"/>
          </ac:picMkLst>
        </pc:picChg>
        <pc:picChg chg="add del mod">
          <ac:chgData name="Stephen Wang" userId="2033283f466edd32" providerId="LiveId" clId="{885A957D-35B4-47B3-B23D-EEC21627272E}" dt="2019-07-11T07:40:56.297" v="2457" actId="478"/>
          <ac:picMkLst>
            <pc:docMk/>
            <pc:sldMk cId="1363580025" sldId="326"/>
            <ac:picMk id="16" creationId="{EBA6DCB3-5F72-495B-B963-52BA29CD2C35}"/>
          </ac:picMkLst>
        </pc:picChg>
        <pc:picChg chg="add mod">
          <ac:chgData name="Stephen Wang" userId="2033283f466edd32" providerId="LiveId" clId="{885A957D-35B4-47B3-B23D-EEC21627272E}" dt="2019-07-11T08:08:01.771" v="2866" actId="1076"/>
          <ac:picMkLst>
            <pc:docMk/>
            <pc:sldMk cId="1363580025" sldId="326"/>
            <ac:picMk id="20" creationId="{EC4AAB06-3006-4EAB-ADBE-2FE1D76C668E}"/>
          </ac:picMkLst>
        </pc:picChg>
      </pc:sldChg>
      <pc:sldChg chg="addSp delSp modSp add">
        <pc:chgData name="Stephen Wang" userId="2033283f466edd32" providerId="LiveId" clId="{885A957D-35B4-47B3-B23D-EEC21627272E}" dt="2019-07-11T08:09:26.408" v="2926" actId="20577"/>
        <pc:sldMkLst>
          <pc:docMk/>
          <pc:sldMk cId="4174459582" sldId="327"/>
        </pc:sldMkLst>
        <pc:spChg chg="mod">
          <ac:chgData name="Stephen Wang" userId="2033283f466edd32" providerId="LiveId" clId="{885A957D-35B4-47B3-B23D-EEC21627272E}" dt="2019-07-11T08:09:26.408" v="2926" actId="20577"/>
          <ac:spMkLst>
            <pc:docMk/>
            <pc:sldMk cId="4174459582" sldId="327"/>
            <ac:spMk id="2" creationId="{37215952-9A25-4CE1-8594-098D45C009A8}"/>
          </ac:spMkLst>
        </pc:spChg>
        <pc:spChg chg="add del mod">
          <ac:chgData name="Stephen Wang" userId="2033283f466edd32" providerId="LiveId" clId="{885A957D-35B4-47B3-B23D-EEC21627272E}" dt="2019-07-11T07:42:57.095" v="2475"/>
          <ac:spMkLst>
            <pc:docMk/>
            <pc:sldMk cId="4174459582" sldId="327"/>
            <ac:spMk id="5" creationId="{8AC1A4C9-6D93-4488-B408-523E322D3B18}"/>
          </ac:spMkLst>
        </pc:spChg>
        <pc:spChg chg="add del mod">
          <ac:chgData name="Stephen Wang" userId="2033283f466edd32" providerId="LiveId" clId="{885A957D-35B4-47B3-B23D-EEC21627272E}" dt="2019-07-11T07:55:05.072" v="2519"/>
          <ac:spMkLst>
            <pc:docMk/>
            <pc:sldMk cId="4174459582" sldId="327"/>
            <ac:spMk id="7" creationId="{2BB267FF-01C7-4D33-8663-40DBD581DE0F}"/>
          </ac:spMkLst>
        </pc:spChg>
        <pc:spChg chg="add del mod">
          <ac:chgData name="Stephen Wang" userId="2033283f466edd32" providerId="LiveId" clId="{885A957D-35B4-47B3-B23D-EEC21627272E}" dt="2019-07-11T07:48:46.059" v="2478"/>
          <ac:spMkLst>
            <pc:docMk/>
            <pc:sldMk cId="4174459582" sldId="327"/>
            <ac:spMk id="10" creationId="{70A2E88A-5C13-4CB4-9BAC-83F59BA855A4}"/>
          </ac:spMkLst>
        </pc:spChg>
        <pc:spChg chg="add del mod">
          <ac:chgData name="Stephen Wang" userId="2033283f466edd32" providerId="LiveId" clId="{885A957D-35B4-47B3-B23D-EEC21627272E}" dt="2019-07-11T07:50:53.395" v="2483"/>
          <ac:spMkLst>
            <pc:docMk/>
            <pc:sldMk cId="4174459582" sldId="327"/>
            <ac:spMk id="13" creationId="{073ADAD8-39A9-4CA8-86D3-398B507EA46D}"/>
          </ac:spMkLst>
        </pc:spChg>
        <pc:spChg chg="add mod">
          <ac:chgData name="Stephen Wang" userId="2033283f466edd32" providerId="LiveId" clId="{885A957D-35B4-47B3-B23D-EEC21627272E}" dt="2019-07-11T07:55:31.417" v="2522" actId="14100"/>
          <ac:spMkLst>
            <pc:docMk/>
            <pc:sldMk cId="4174459582" sldId="327"/>
            <ac:spMk id="21" creationId="{7F2C4F41-B31C-42C1-B8FB-5342248D132C}"/>
          </ac:spMkLst>
        </pc:spChg>
        <pc:spChg chg="add mod">
          <ac:chgData name="Stephen Wang" userId="2033283f466edd32" providerId="LiveId" clId="{885A957D-35B4-47B3-B23D-EEC21627272E}" dt="2019-07-11T07:59:01.068" v="2655" actId="14100"/>
          <ac:spMkLst>
            <pc:docMk/>
            <pc:sldMk cId="4174459582" sldId="327"/>
            <ac:spMk id="22" creationId="{87C79661-7348-4708-826B-661EA6EED279}"/>
          </ac:spMkLst>
        </pc:spChg>
        <pc:spChg chg="add mod">
          <ac:chgData name="Stephen Wang" userId="2033283f466edd32" providerId="LiveId" clId="{885A957D-35B4-47B3-B23D-EEC21627272E}" dt="2019-07-11T07:55:57.691" v="2534" actId="14100"/>
          <ac:spMkLst>
            <pc:docMk/>
            <pc:sldMk cId="4174459582" sldId="327"/>
            <ac:spMk id="23" creationId="{CF8F2E02-9829-4C7A-8A69-EBB3638FC615}"/>
          </ac:spMkLst>
        </pc:spChg>
        <pc:spChg chg="add mod">
          <ac:chgData name="Stephen Wang" userId="2033283f466edd32" providerId="LiveId" clId="{885A957D-35B4-47B3-B23D-EEC21627272E}" dt="2019-07-11T07:57:56.765" v="2613" actId="1076"/>
          <ac:spMkLst>
            <pc:docMk/>
            <pc:sldMk cId="4174459582" sldId="327"/>
            <ac:spMk id="24" creationId="{7847EA79-51B4-4D4E-8915-8F9E79C24436}"/>
          </ac:spMkLst>
        </pc:spChg>
        <pc:picChg chg="add del mod">
          <ac:chgData name="Stephen Wang" userId="2033283f466edd32" providerId="LiveId" clId="{885A957D-35B4-47B3-B23D-EEC21627272E}" dt="2019-07-11T07:48:44.128" v="2477" actId="478"/>
          <ac:picMkLst>
            <pc:docMk/>
            <pc:sldMk cId="4174459582" sldId="327"/>
            <ac:picMk id="8" creationId="{F47C8461-DDA3-4B5E-AF32-5FC5C3513E90}"/>
          </ac:picMkLst>
        </pc:picChg>
        <pc:picChg chg="add del mod">
          <ac:chgData name="Stephen Wang" userId="2033283f466edd32" providerId="LiveId" clId="{885A957D-35B4-47B3-B23D-EEC21627272E}" dt="2019-07-11T07:50:50.898" v="2480" actId="478"/>
          <ac:picMkLst>
            <pc:docMk/>
            <pc:sldMk cId="4174459582" sldId="327"/>
            <ac:picMk id="11" creationId="{298765DE-53AD-4ED2-B0A5-080A88E6353E}"/>
          </ac:picMkLst>
        </pc:picChg>
        <pc:picChg chg="add del">
          <ac:chgData name="Stephen Wang" userId="2033283f466edd32" providerId="LiveId" clId="{885A957D-35B4-47B3-B23D-EEC21627272E}" dt="2019-07-11T07:50:52.418" v="2482"/>
          <ac:picMkLst>
            <pc:docMk/>
            <pc:sldMk cId="4174459582" sldId="327"/>
            <ac:picMk id="14" creationId="{2698861C-D04A-4960-A9B4-F533EB173479}"/>
          </ac:picMkLst>
        </pc:picChg>
        <pc:picChg chg="del">
          <ac:chgData name="Stephen Wang" userId="2033283f466edd32" providerId="LiveId" clId="{885A957D-35B4-47B3-B23D-EEC21627272E}" dt="2019-07-11T07:41:53.024" v="2472" actId="478"/>
          <ac:picMkLst>
            <pc:docMk/>
            <pc:sldMk cId="4174459582" sldId="327"/>
            <ac:picMk id="15" creationId="{CB9F6E90-0C41-43C9-9A89-4002473648F1}"/>
          </ac:picMkLst>
        </pc:picChg>
        <pc:picChg chg="add mod">
          <ac:chgData name="Stephen Wang" userId="2033283f466edd32" providerId="LiveId" clId="{885A957D-35B4-47B3-B23D-EEC21627272E}" dt="2019-07-11T07:55:39.139" v="2527" actId="1076"/>
          <ac:picMkLst>
            <pc:docMk/>
            <pc:sldMk cId="4174459582" sldId="327"/>
            <ac:picMk id="16" creationId="{8BC49830-71A3-4703-AF1E-F5AA986F8785}"/>
          </ac:picMkLst>
        </pc:picChg>
        <pc:picChg chg="add del mod">
          <ac:chgData name="Stephen Wang" userId="2033283f466edd32" providerId="LiveId" clId="{885A957D-35B4-47B3-B23D-EEC21627272E}" dt="2019-07-11T07:52:56.337" v="2509" actId="478"/>
          <ac:picMkLst>
            <pc:docMk/>
            <pc:sldMk cId="4174459582" sldId="327"/>
            <ac:picMk id="17" creationId="{4D7C16EB-8463-41F5-BFDF-7045B96B8606}"/>
          </ac:picMkLst>
        </pc:picChg>
        <pc:picChg chg="add mod">
          <ac:chgData name="Stephen Wang" userId="2033283f466edd32" providerId="LiveId" clId="{885A957D-35B4-47B3-B23D-EEC21627272E}" dt="2019-07-11T07:53:21.871" v="2517" actId="1076"/>
          <ac:picMkLst>
            <pc:docMk/>
            <pc:sldMk cId="4174459582" sldId="327"/>
            <ac:picMk id="18" creationId="{E21F82B7-2593-4A37-9DC2-54AD678851BB}"/>
          </ac:picMkLst>
        </pc:picChg>
        <pc:picChg chg="add mod">
          <ac:chgData name="Stephen Wang" userId="2033283f466edd32" providerId="LiveId" clId="{885A957D-35B4-47B3-B23D-EEC21627272E}" dt="2019-07-11T07:55:05.072" v="2519"/>
          <ac:picMkLst>
            <pc:docMk/>
            <pc:sldMk cId="4174459582" sldId="327"/>
            <ac:picMk id="19" creationId="{D196C0E3-E9C7-41B3-9778-FC06177C6857}"/>
          </ac:picMkLst>
        </pc:picChg>
        <pc:picChg chg="del">
          <ac:chgData name="Stephen Wang" userId="2033283f466edd32" providerId="LiveId" clId="{885A957D-35B4-47B3-B23D-EEC21627272E}" dt="2019-07-11T07:41:54.503" v="2473" actId="478"/>
          <ac:picMkLst>
            <pc:docMk/>
            <pc:sldMk cId="4174459582" sldId="327"/>
            <ac:picMk id="20" creationId="{EC4AAB06-3006-4EAB-ADBE-2FE1D76C668E}"/>
          </ac:picMkLst>
        </pc:picChg>
      </pc:sldChg>
      <pc:sldChg chg="addSp delSp modSp add modTransition">
        <pc:chgData name="Stephen Wang" userId="2033283f466edd32" providerId="LiveId" clId="{885A957D-35B4-47B3-B23D-EEC21627272E}" dt="2019-07-25T11:15:20.182" v="3357"/>
        <pc:sldMkLst>
          <pc:docMk/>
          <pc:sldMk cId="994882195" sldId="328"/>
        </pc:sldMkLst>
        <pc:spChg chg="mod">
          <ac:chgData name="Stephen Wang" userId="2033283f466edd32" providerId="LiveId" clId="{885A957D-35B4-47B3-B23D-EEC21627272E}" dt="2019-07-11T08:09:48.777" v="2930"/>
          <ac:spMkLst>
            <pc:docMk/>
            <pc:sldMk cId="994882195" sldId="328"/>
            <ac:spMk id="2" creationId="{37215952-9A25-4CE1-8594-098D45C009A8}"/>
          </ac:spMkLst>
        </pc:spChg>
        <pc:spChg chg="add del mod">
          <ac:chgData name="Stephen Wang" userId="2033283f466edd32" providerId="LiveId" clId="{885A957D-35B4-47B3-B23D-EEC21627272E}" dt="2019-07-11T08:00:08.263" v="2659"/>
          <ac:spMkLst>
            <pc:docMk/>
            <pc:sldMk cId="994882195" sldId="328"/>
            <ac:spMk id="5" creationId="{DFFBE628-5406-489F-9303-371DE0671517}"/>
          </ac:spMkLst>
        </pc:spChg>
        <pc:spChg chg="add del mod">
          <ac:chgData name="Stephen Wang" userId="2033283f466edd32" providerId="LiveId" clId="{885A957D-35B4-47B3-B23D-EEC21627272E}" dt="2019-07-11T07:58:53.872" v="2654"/>
          <ac:spMkLst>
            <pc:docMk/>
            <pc:sldMk cId="994882195" sldId="328"/>
            <ac:spMk id="7" creationId="{3F1A3864-F165-4E1A-8D56-CAD069BB80E5}"/>
          </ac:spMkLst>
        </pc:spChg>
        <pc:spChg chg="add mod">
          <ac:chgData name="Stephen Wang" userId="2033283f466edd32" providerId="LiveId" clId="{885A957D-35B4-47B3-B23D-EEC21627272E}" dt="2019-07-11T07:59:18.901" v="2658" actId="14100"/>
          <ac:spMkLst>
            <pc:docMk/>
            <pc:sldMk cId="994882195" sldId="328"/>
            <ac:spMk id="15" creationId="{3E965AEA-610F-4B20-B2A7-EE7135A26AEE}"/>
          </ac:spMkLst>
        </pc:spChg>
        <pc:spChg chg="add mod">
          <ac:chgData name="Stephen Wang" userId="2033283f466edd32" providerId="LiveId" clId="{885A957D-35B4-47B3-B23D-EEC21627272E}" dt="2019-07-11T08:00:21.740" v="2665" actId="1076"/>
          <ac:spMkLst>
            <pc:docMk/>
            <pc:sldMk cId="994882195" sldId="328"/>
            <ac:spMk id="17" creationId="{E9239CFC-5726-48CB-8F21-C69F7F42BE1B}"/>
          </ac:spMkLst>
        </pc:spChg>
        <pc:spChg chg="del">
          <ac:chgData name="Stephen Wang" userId="2033283f466edd32" providerId="LiveId" clId="{885A957D-35B4-47B3-B23D-EEC21627272E}" dt="2019-07-11T07:58:52.697" v="2653" actId="478"/>
          <ac:spMkLst>
            <pc:docMk/>
            <pc:sldMk cId="994882195" sldId="328"/>
            <ac:spMk id="21" creationId="{7F2C4F41-B31C-42C1-B8FB-5342248D132C}"/>
          </ac:spMkLst>
        </pc:spChg>
        <pc:spChg chg="del">
          <ac:chgData name="Stephen Wang" userId="2033283f466edd32" providerId="LiveId" clId="{885A957D-35B4-47B3-B23D-EEC21627272E}" dt="2019-07-11T07:58:52.697" v="2653" actId="478"/>
          <ac:spMkLst>
            <pc:docMk/>
            <pc:sldMk cId="994882195" sldId="328"/>
            <ac:spMk id="22" creationId="{87C79661-7348-4708-826B-661EA6EED279}"/>
          </ac:spMkLst>
        </pc:spChg>
        <pc:spChg chg="del">
          <ac:chgData name="Stephen Wang" userId="2033283f466edd32" providerId="LiveId" clId="{885A957D-35B4-47B3-B23D-EEC21627272E}" dt="2019-07-11T07:58:52.697" v="2653" actId="478"/>
          <ac:spMkLst>
            <pc:docMk/>
            <pc:sldMk cId="994882195" sldId="328"/>
            <ac:spMk id="23" creationId="{CF8F2E02-9829-4C7A-8A69-EBB3638FC615}"/>
          </ac:spMkLst>
        </pc:spChg>
        <pc:picChg chg="add mod">
          <ac:chgData name="Stephen Wang" userId="2033283f466edd32" providerId="LiveId" clId="{885A957D-35B4-47B3-B23D-EEC21627272E}" dt="2019-07-11T07:58:53.872" v="2654"/>
          <ac:picMkLst>
            <pc:docMk/>
            <pc:sldMk cId="994882195" sldId="328"/>
            <ac:picMk id="8" creationId="{A539B406-F420-4F36-BB3A-AE25601118DA}"/>
          </ac:picMkLst>
        </pc:picChg>
        <pc:picChg chg="add mod">
          <ac:chgData name="Stephen Wang" userId="2033283f466edd32" providerId="LiveId" clId="{885A957D-35B4-47B3-B23D-EEC21627272E}" dt="2019-07-11T08:00:08.263" v="2659"/>
          <ac:picMkLst>
            <pc:docMk/>
            <pc:sldMk cId="994882195" sldId="328"/>
            <ac:picMk id="9" creationId="{27D24CD8-4B32-4FF1-A9A8-5B060BC98AA0}"/>
          </ac:picMkLst>
        </pc:picChg>
        <pc:picChg chg="del">
          <ac:chgData name="Stephen Wang" userId="2033283f466edd32" providerId="LiveId" clId="{885A957D-35B4-47B3-B23D-EEC21627272E}" dt="2019-07-11T07:58:52.697" v="2653" actId="478"/>
          <ac:picMkLst>
            <pc:docMk/>
            <pc:sldMk cId="994882195" sldId="328"/>
            <ac:picMk id="16" creationId="{8BC49830-71A3-4703-AF1E-F5AA986F8785}"/>
          </ac:picMkLst>
        </pc:picChg>
        <pc:picChg chg="del">
          <ac:chgData name="Stephen Wang" userId="2033283f466edd32" providerId="LiveId" clId="{885A957D-35B4-47B3-B23D-EEC21627272E}" dt="2019-07-11T07:58:52.697" v="2653" actId="478"/>
          <ac:picMkLst>
            <pc:docMk/>
            <pc:sldMk cId="994882195" sldId="328"/>
            <ac:picMk id="18" creationId="{E21F82B7-2593-4A37-9DC2-54AD678851BB}"/>
          </ac:picMkLst>
        </pc:picChg>
        <pc:picChg chg="del">
          <ac:chgData name="Stephen Wang" userId="2033283f466edd32" providerId="LiveId" clId="{885A957D-35B4-47B3-B23D-EEC21627272E}" dt="2019-07-11T07:58:52.697" v="2653" actId="478"/>
          <ac:picMkLst>
            <pc:docMk/>
            <pc:sldMk cId="994882195" sldId="328"/>
            <ac:picMk id="19" creationId="{D196C0E3-E9C7-41B3-9778-FC06177C6857}"/>
          </ac:picMkLst>
        </pc:picChg>
      </pc:sldChg>
      <pc:sldChg chg="addSp delSp modSp add modTransition">
        <pc:chgData name="Stephen Wang" userId="2033283f466edd32" providerId="LiveId" clId="{885A957D-35B4-47B3-B23D-EEC21627272E}" dt="2019-07-25T11:15:20.182" v="3357"/>
        <pc:sldMkLst>
          <pc:docMk/>
          <pc:sldMk cId="2983330336" sldId="329"/>
        </pc:sldMkLst>
        <pc:spChg chg="mod">
          <ac:chgData name="Stephen Wang" userId="2033283f466edd32" providerId="LiveId" clId="{885A957D-35B4-47B3-B23D-EEC21627272E}" dt="2019-07-11T08:09:51.529" v="2931"/>
          <ac:spMkLst>
            <pc:docMk/>
            <pc:sldMk cId="2983330336" sldId="329"/>
            <ac:spMk id="2" creationId="{37215952-9A25-4CE1-8594-098D45C009A8}"/>
          </ac:spMkLst>
        </pc:spChg>
        <pc:spChg chg="add del mod">
          <ac:chgData name="Stephen Wang" userId="2033283f466edd32" providerId="LiveId" clId="{885A957D-35B4-47B3-B23D-EEC21627272E}" dt="2019-07-11T08:02:33.712" v="2673"/>
          <ac:spMkLst>
            <pc:docMk/>
            <pc:sldMk cId="2983330336" sldId="329"/>
            <ac:spMk id="5" creationId="{119CD224-58BF-4F5B-ADF6-9828FF5EC1FA}"/>
          </ac:spMkLst>
        </pc:spChg>
        <pc:spChg chg="add del mod">
          <ac:chgData name="Stephen Wang" userId="2033283f466edd32" providerId="LiveId" clId="{885A957D-35B4-47B3-B23D-EEC21627272E}" dt="2019-07-11T08:01:43.658" v="2668"/>
          <ac:spMkLst>
            <pc:docMk/>
            <pc:sldMk cId="2983330336" sldId="329"/>
            <ac:spMk id="7" creationId="{BFFA4A79-D66F-4755-A2E2-ED775EBCBE48}"/>
          </ac:spMkLst>
        </pc:spChg>
        <pc:spChg chg="add mod">
          <ac:chgData name="Stephen Wang" userId="2033283f466edd32" providerId="LiveId" clId="{885A957D-35B4-47B3-B23D-EEC21627272E}" dt="2019-07-11T08:01:56.025" v="2672" actId="1076"/>
          <ac:spMkLst>
            <pc:docMk/>
            <pc:sldMk cId="2983330336" sldId="329"/>
            <ac:spMk id="13" creationId="{CCDD0D76-F66C-4D30-BC8F-54E4C857D7FF}"/>
          </ac:spMkLst>
        </pc:spChg>
        <pc:spChg chg="del">
          <ac:chgData name="Stephen Wang" userId="2033283f466edd32" providerId="LiveId" clId="{885A957D-35B4-47B3-B23D-EEC21627272E}" dt="2019-07-11T08:01:42.376" v="2667" actId="478"/>
          <ac:spMkLst>
            <pc:docMk/>
            <pc:sldMk cId="2983330336" sldId="329"/>
            <ac:spMk id="15" creationId="{3E965AEA-610F-4B20-B2A7-EE7135A26AEE}"/>
          </ac:spMkLst>
        </pc:spChg>
        <pc:spChg chg="add mod">
          <ac:chgData name="Stephen Wang" userId="2033283f466edd32" providerId="LiveId" clId="{885A957D-35B4-47B3-B23D-EEC21627272E}" dt="2019-07-11T08:02:42.632" v="2676" actId="14100"/>
          <ac:spMkLst>
            <pc:docMk/>
            <pc:sldMk cId="2983330336" sldId="329"/>
            <ac:spMk id="16" creationId="{0D099440-4D9F-402B-A519-ED93C1E1E319}"/>
          </ac:spMkLst>
        </pc:spChg>
        <pc:spChg chg="del">
          <ac:chgData name="Stephen Wang" userId="2033283f466edd32" providerId="LiveId" clId="{885A957D-35B4-47B3-B23D-EEC21627272E}" dt="2019-07-11T08:01:42.376" v="2667" actId="478"/>
          <ac:spMkLst>
            <pc:docMk/>
            <pc:sldMk cId="2983330336" sldId="329"/>
            <ac:spMk id="17" creationId="{E9239CFC-5726-48CB-8F21-C69F7F42BE1B}"/>
          </ac:spMkLst>
        </pc:spChg>
        <pc:picChg chg="del">
          <ac:chgData name="Stephen Wang" userId="2033283f466edd32" providerId="LiveId" clId="{885A957D-35B4-47B3-B23D-EEC21627272E}" dt="2019-07-11T08:01:42.376" v="2667" actId="478"/>
          <ac:picMkLst>
            <pc:docMk/>
            <pc:sldMk cId="2983330336" sldId="329"/>
            <ac:picMk id="8" creationId="{A539B406-F420-4F36-BB3A-AE25601118DA}"/>
          </ac:picMkLst>
        </pc:picChg>
        <pc:picChg chg="del">
          <ac:chgData name="Stephen Wang" userId="2033283f466edd32" providerId="LiveId" clId="{885A957D-35B4-47B3-B23D-EEC21627272E}" dt="2019-07-11T08:01:42.376" v="2667" actId="478"/>
          <ac:picMkLst>
            <pc:docMk/>
            <pc:sldMk cId="2983330336" sldId="329"/>
            <ac:picMk id="9" creationId="{27D24CD8-4B32-4FF1-A9A8-5B060BC98AA0}"/>
          </ac:picMkLst>
        </pc:picChg>
        <pc:picChg chg="add mod">
          <ac:chgData name="Stephen Wang" userId="2033283f466edd32" providerId="LiveId" clId="{885A957D-35B4-47B3-B23D-EEC21627272E}" dt="2019-07-11T08:01:43.658" v="2668"/>
          <ac:picMkLst>
            <pc:docMk/>
            <pc:sldMk cId="2983330336" sldId="329"/>
            <ac:picMk id="10" creationId="{81841F45-25AF-4EFE-A91B-FC92F9A46485}"/>
          </ac:picMkLst>
        </pc:picChg>
        <pc:picChg chg="add mod">
          <ac:chgData name="Stephen Wang" userId="2033283f466edd32" providerId="LiveId" clId="{885A957D-35B4-47B3-B23D-EEC21627272E}" dt="2019-07-11T08:02:33.712" v="2673"/>
          <ac:picMkLst>
            <pc:docMk/>
            <pc:sldMk cId="2983330336" sldId="329"/>
            <ac:picMk id="11" creationId="{3B9AE826-2A6A-4957-BEEA-A949DBF02B0C}"/>
          </ac:picMkLst>
        </pc:picChg>
      </pc:sldChg>
      <pc:sldChg chg="addSp delSp modSp add">
        <pc:chgData name="Stephen Wang" userId="2033283f466edd32" providerId="LiveId" clId="{885A957D-35B4-47B3-B23D-EEC21627272E}" dt="2019-07-11T08:13:37.340" v="3079" actId="1076"/>
        <pc:sldMkLst>
          <pc:docMk/>
          <pc:sldMk cId="2984287275" sldId="330"/>
        </pc:sldMkLst>
        <pc:spChg chg="mod">
          <ac:chgData name="Stephen Wang" userId="2033283f466edd32" providerId="LiveId" clId="{885A957D-35B4-47B3-B23D-EEC21627272E}" dt="2019-07-11T08:10:01.292" v="2941" actId="20577"/>
          <ac:spMkLst>
            <pc:docMk/>
            <pc:sldMk cId="2984287275" sldId="330"/>
            <ac:spMk id="2" creationId="{37215952-9A25-4CE1-8594-098D45C009A8}"/>
          </ac:spMkLst>
        </pc:spChg>
        <pc:spChg chg="add del mod">
          <ac:chgData name="Stephen Wang" userId="2033283f466edd32" providerId="LiveId" clId="{885A957D-35B4-47B3-B23D-EEC21627272E}" dt="2019-07-11T08:10:54.408" v="2943"/>
          <ac:spMkLst>
            <pc:docMk/>
            <pc:sldMk cId="2984287275" sldId="330"/>
            <ac:spMk id="5" creationId="{C875FCED-8767-4908-A230-9083D179E2D4}"/>
          </ac:spMkLst>
        </pc:spChg>
        <pc:spChg chg="add del mod">
          <ac:chgData name="Stephen Wang" userId="2033283f466edd32" providerId="LiveId" clId="{885A957D-35B4-47B3-B23D-EEC21627272E}" dt="2019-07-11T08:10:54.408" v="2943"/>
          <ac:spMkLst>
            <pc:docMk/>
            <pc:sldMk cId="2984287275" sldId="330"/>
            <ac:spMk id="7" creationId="{CFFE7A10-8C7C-421E-A23B-A86B1B6CD87B}"/>
          </ac:spMkLst>
        </pc:spChg>
        <pc:spChg chg="add mod">
          <ac:chgData name="Stephen Wang" userId="2033283f466edd32" providerId="LiveId" clId="{885A957D-35B4-47B3-B23D-EEC21627272E}" dt="2019-07-11T08:13:37.340" v="3079" actId="1076"/>
          <ac:spMkLst>
            <pc:docMk/>
            <pc:sldMk cId="2984287275" sldId="330"/>
            <ac:spMk id="8" creationId="{C48806AC-E521-45B5-BD26-8BCFB3ED9F2A}"/>
          </ac:spMkLst>
        </pc:spChg>
        <pc:spChg chg="del">
          <ac:chgData name="Stephen Wang" userId="2033283f466edd32" providerId="LiveId" clId="{885A957D-35B4-47B3-B23D-EEC21627272E}" dt="2019-07-11T08:10:49.230" v="2942" actId="478"/>
          <ac:spMkLst>
            <pc:docMk/>
            <pc:sldMk cId="2984287275" sldId="330"/>
            <ac:spMk id="13" creationId="{CCDD0D76-F66C-4D30-BC8F-54E4C857D7FF}"/>
          </ac:spMkLst>
        </pc:spChg>
        <pc:spChg chg="del">
          <ac:chgData name="Stephen Wang" userId="2033283f466edd32" providerId="LiveId" clId="{885A957D-35B4-47B3-B23D-EEC21627272E}" dt="2019-07-11T08:10:49.230" v="2942" actId="478"/>
          <ac:spMkLst>
            <pc:docMk/>
            <pc:sldMk cId="2984287275" sldId="330"/>
            <ac:spMk id="16" creationId="{0D099440-4D9F-402B-A519-ED93C1E1E319}"/>
          </ac:spMkLst>
        </pc:spChg>
        <pc:picChg chg="del">
          <ac:chgData name="Stephen Wang" userId="2033283f466edd32" providerId="LiveId" clId="{885A957D-35B4-47B3-B23D-EEC21627272E}" dt="2019-07-11T08:10:49.230" v="2942" actId="478"/>
          <ac:picMkLst>
            <pc:docMk/>
            <pc:sldMk cId="2984287275" sldId="330"/>
            <ac:picMk id="10" creationId="{81841F45-25AF-4EFE-A91B-FC92F9A46485}"/>
          </ac:picMkLst>
        </pc:picChg>
        <pc:picChg chg="del">
          <ac:chgData name="Stephen Wang" userId="2033283f466edd32" providerId="LiveId" clId="{885A957D-35B4-47B3-B23D-EEC21627272E}" dt="2019-07-11T08:10:49.230" v="2942" actId="478"/>
          <ac:picMkLst>
            <pc:docMk/>
            <pc:sldMk cId="2984287275" sldId="330"/>
            <ac:picMk id="11" creationId="{3B9AE826-2A6A-4957-BEEA-A949DBF02B0C}"/>
          </ac:picMkLst>
        </pc:picChg>
      </pc:sldChg>
      <pc:sldChg chg="add ord">
        <pc:chgData name="Stephen Wang" userId="2033283f466edd32" providerId="LiveId" clId="{885A957D-35B4-47B3-B23D-EEC21627272E}" dt="2019-07-11T08:18:26.719" v="3081"/>
        <pc:sldMkLst>
          <pc:docMk/>
          <pc:sldMk cId="2972565537" sldId="331"/>
        </pc:sldMkLst>
      </pc:sldChg>
      <pc:sldChg chg="modSp add">
        <pc:chgData name="Stephen Wang" userId="2033283f466edd32" providerId="LiveId" clId="{885A957D-35B4-47B3-B23D-EEC21627272E}" dt="2019-07-11T08:20:33.447" v="3123" actId="20577"/>
        <pc:sldMkLst>
          <pc:docMk/>
          <pc:sldMk cId="3062808206" sldId="332"/>
        </pc:sldMkLst>
        <pc:spChg chg="mod">
          <ac:chgData name="Stephen Wang" userId="2033283f466edd32" providerId="LiveId" clId="{885A957D-35B4-47B3-B23D-EEC21627272E}" dt="2019-07-11T08:20:33.447" v="3123" actId="20577"/>
          <ac:spMkLst>
            <pc:docMk/>
            <pc:sldMk cId="3062808206" sldId="332"/>
            <ac:spMk id="2" creationId="{A5709A6B-9429-4935-9D18-EC934FA439FC}"/>
          </ac:spMkLst>
        </pc:sp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AU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B099A2C-C370-4530-BF33-47C3AB493243}" type="datetimeFigureOut">
              <a:rPr lang="en-AU" smtClean="0"/>
              <a:t>25/7/21</a:t>
            </a:fld>
            <a:endParaRPr lang="en-AU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AU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2E4B725-2203-4ED2-9256-A661C18EFA60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49326545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2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00279880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3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15179085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1EDE8F-5748-564A-B104-45C8D6344219}" type="slidenum">
              <a:rPr kumimoji="1" lang="zh-CN" altLang="en-US" smtClean="0"/>
              <a:t>4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02666405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6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84551764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7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62782783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8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87625965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9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73719965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22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7724310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24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18414589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36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0890699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37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48158380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39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84595714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40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67949735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41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01106775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42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1358551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43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40044405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44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53262623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46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36424588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47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94494980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48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65448019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49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65580343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50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58094476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52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8629198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53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62977289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54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72667582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55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63076009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56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310183681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57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349072647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58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019809705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59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403411564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60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49987886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61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22716892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6" name="Text Placeholder 135">
            <a:extLst>
              <a:ext uri="{FF2B5EF4-FFF2-40B4-BE49-F238E27FC236}">
                <a16:creationId xmlns:a16="http://schemas.microsoft.com/office/drawing/2014/main" id="{56E7987E-D425-4641-A476-A2F2AFEFA92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Picture Placeholder 138">
            <a:extLst>
              <a:ext uri="{FF2B5EF4-FFF2-40B4-BE49-F238E27FC236}">
                <a16:creationId xmlns:a16="http://schemas.microsoft.com/office/drawing/2014/main" id="{F66FA02B-43F8-442C-A7E5-0D31D41E9CEF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2325008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75" name="Text Placeholder 140">
            <a:extLst>
              <a:ext uri="{FF2B5EF4-FFF2-40B4-BE49-F238E27FC236}">
                <a16:creationId xmlns:a16="http://schemas.microsoft.com/office/drawing/2014/main" id="{F8C9875D-6ED4-4691-B4EE-6BE289CEFD8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0" name="Picture Placeholder 138">
            <a:extLst>
              <a:ext uri="{FF2B5EF4-FFF2-40B4-BE49-F238E27FC236}">
                <a16:creationId xmlns:a16="http://schemas.microsoft.com/office/drawing/2014/main" id="{D91BA0D4-62CE-4418-96F2-0B48EF32B9D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601F3602-2361-40F0-A995-ABA050961AB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26802196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12204000" cy="6857998"/>
          </a:xfrm>
          <a:solidFill>
            <a:schemeClr val="bg1">
              <a:lumMod val="85000"/>
            </a:schemeClr>
          </a:solidFill>
        </p:spPr>
        <p:txBody>
          <a:bodyPr lIns="360000" tIns="360000" rIns="360000" bIns="360000">
            <a:norm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73" name="Subtitle 72">
            <a:extLst>
              <a:ext uri="{FF2B5EF4-FFF2-40B4-BE49-F238E27FC236}">
                <a16:creationId xmlns:a16="http://schemas.microsoft.com/office/drawing/2014/main" id="{2993D1DC-23D0-40CA-BA80-0CCA239AC610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0" y="0"/>
            <a:ext cx="5729283" cy="6857998"/>
          </a:xfrm>
          <a:custGeom>
            <a:avLst/>
            <a:gdLst>
              <a:gd name="connsiteX0" fmla="*/ 0 w 5729283"/>
              <a:gd name="connsiteY0" fmla="*/ 0 h 6857998"/>
              <a:gd name="connsiteX1" fmla="*/ 4311112 w 5729283"/>
              <a:gd name="connsiteY1" fmla="*/ 0 h 6857998"/>
              <a:gd name="connsiteX2" fmla="*/ 5729283 w 5729283"/>
              <a:gd name="connsiteY2" fmla="*/ 5316930 h 6857998"/>
              <a:gd name="connsiteX3" fmla="*/ 0 w 5729283"/>
              <a:gd name="connsiteY3" fmla="*/ 6857998 h 685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9283" h="6857998">
                <a:moveTo>
                  <a:pt x="0" y="0"/>
                </a:moveTo>
                <a:lnTo>
                  <a:pt x="4311112" y="0"/>
                </a:lnTo>
                <a:lnTo>
                  <a:pt x="5729283" y="5316930"/>
                </a:lnTo>
                <a:lnTo>
                  <a:pt x="0" y="6857998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</p:spPr>
        <p:txBody>
          <a:bodyPr wrap="square" lIns="576000" tIns="2484000" rIns="1404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37" name="Text Placeholder 135">
            <a:extLst>
              <a:ext uri="{FF2B5EF4-FFF2-40B4-BE49-F238E27FC236}">
                <a16:creationId xmlns:a16="http://schemas.microsoft.com/office/drawing/2014/main" id="{081B6B67-7D18-4A84-A9C8-F8EB715A3FB3}"/>
              </a:ext>
            </a:extLst>
          </p:cNvPr>
          <p:cNvSpPr>
            <a:spLocks noGrp="1" noChangeAspect="1"/>
          </p:cNvSpPr>
          <p:nvPr>
            <p:ph type="body" sz="quarter" idx="14" hasCustomPrompt="1"/>
          </p:nvPr>
        </p:nvSpPr>
        <p:spPr>
          <a:xfrm>
            <a:off x="607255" y="616633"/>
            <a:ext cx="1440000" cy="144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39" name="Text Placeholder 140">
            <a:extLst>
              <a:ext uri="{FF2B5EF4-FFF2-40B4-BE49-F238E27FC236}">
                <a16:creationId xmlns:a16="http://schemas.microsoft.com/office/drawing/2014/main" id="{57544754-61DA-4535-96B6-21D24A61885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0063" y="5265337"/>
            <a:ext cx="356711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8" name="Text Placeholder 135">
            <a:extLst>
              <a:ext uri="{FF2B5EF4-FFF2-40B4-BE49-F238E27FC236}">
                <a16:creationId xmlns:a16="http://schemas.microsoft.com/office/drawing/2014/main" id="{08BE5594-C448-4AC9-B08C-E09264A1634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7255" y="52093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443970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494666" y="686883"/>
            <a:ext cx="376557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Picture Placeholder 138">
            <a:extLst>
              <a:ext uri="{FF2B5EF4-FFF2-40B4-BE49-F238E27FC236}">
                <a16:creationId xmlns:a16="http://schemas.microsoft.com/office/drawing/2014/main" id="{F66FA02B-43F8-442C-A7E5-0D31D41E9CEF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41F2942-2F48-4595-B815-42D3F57C14B8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00062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79" name="Picture Placeholder 2">
            <a:extLst>
              <a:ext uri="{FF2B5EF4-FFF2-40B4-BE49-F238E27FC236}">
                <a16:creationId xmlns:a16="http://schemas.microsoft.com/office/drawing/2014/main" id="{649337E6-8710-4F9B-AE53-FDDFC8849CF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2601859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80" name="Picture Placeholder 2">
            <a:extLst>
              <a:ext uri="{FF2B5EF4-FFF2-40B4-BE49-F238E27FC236}">
                <a16:creationId xmlns:a16="http://schemas.microsoft.com/office/drawing/2014/main" id="{2E04A960-7ECB-4B73-A38E-482CE39F43D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4703656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81" name="Text Placeholder 135">
            <a:extLst>
              <a:ext uri="{FF2B5EF4-FFF2-40B4-BE49-F238E27FC236}">
                <a16:creationId xmlns:a16="http://schemas.microsoft.com/office/drawing/2014/main" id="{440AA25A-4016-4893-8A83-7E439342033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601859" y="630906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72463026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0" name="Picture Placeholder 138">
            <a:extLst>
              <a:ext uri="{FF2B5EF4-FFF2-40B4-BE49-F238E27FC236}">
                <a16:creationId xmlns:a16="http://schemas.microsoft.com/office/drawing/2014/main" id="{D91BA0D4-62CE-4418-96F2-0B48EF32B9D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6" name="Picture Placeholder 2">
            <a:extLst>
              <a:ext uri="{FF2B5EF4-FFF2-40B4-BE49-F238E27FC236}">
                <a16:creationId xmlns:a16="http://schemas.microsoft.com/office/drawing/2014/main" id="{A60525C7-BF5C-4763-BFD2-4489EB5B78B7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00062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67" name="Picture Placeholder 2">
            <a:extLst>
              <a:ext uri="{FF2B5EF4-FFF2-40B4-BE49-F238E27FC236}">
                <a16:creationId xmlns:a16="http://schemas.microsoft.com/office/drawing/2014/main" id="{2B0AC9A8-08B7-4674-84A9-EE81504DB88C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2601859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68" name="Picture Placeholder 2">
            <a:extLst>
              <a:ext uri="{FF2B5EF4-FFF2-40B4-BE49-F238E27FC236}">
                <a16:creationId xmlns:a16="http://schemas.microsoft.com/office/drawing/2014/main" id="{05998953-BBE0-4246-B9BC-50453554F00A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4703656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132" name="Text Placeholder 140">
            <a:extLst>
              <a:ext uri="{FF2B5EF4-FFF2-40B4-BE49-F238E27FC236}">
                <a16:creationId xmlns:a16="http://schemas.microsoft.com/office/drawing/2014/main" id="{CF59814C-B444-4ECE-A32B-683E53AD205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494666" y="686883"/>
            <a:ext cx="3776837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4" name="Text Placeholder 135">
            <a:extLst>
              <a:ext uri="{FF2B5EF4-FFF2-40B4-BE49-F238E27FC236}">
                <a16:creationId xmlns:a16="http://schemas.microsoft.com/office/drawing/2014/main" id="{4AA778C4-F038-4603-85A2-34141147C14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601859" y="630906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2291661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Title and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6" y="1532415"/>
            <a:ext cx="11408409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25/7/21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283428558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7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25/7/21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6324765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465040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25/7/21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16357" y="1532415"/>
            <a:ext cx="11408408" cy="4459190"/>
          </a:xfrm>
        </p:spPr>
        <p:txBody>
          <a:bodyPr numCol="2" spcCol="360000"/>
          <a:lstStyle>
            <a:lvl1pPr>
              <a:defRPr/>
            </a:lvl1pPr>
          </a:lstStyle>
          <a:p>
            <a:pPr lvl="0"/>
            <a:r>
              <a:rPr lang="en-AU" noProof="0" dirty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2848685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Three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25/7/21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11408408" cy="4459189"/>
          </a:xfrm>
        </p:spPr>
        <p:txBody>
          <a:bodyPr numCol="3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423349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6538648" cy="6857998"/>
          </a:xfrm>
          <a:solidFill>
            <a:schemeClr val="bg1">
              <a:lumMod val="85000"/>
            </a:schemeClr>
          </a:solidFill>
        </p:spPr>
        <p:txBody>
          <a:bodyPr lIns="360000" tIns="360000" rIns="720000" bIns="360000">
            <a:norm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1BB3B2C9-CFDB-4AF2-BE63-E2AF8B0E7505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4814888" y="0"/>
            <a:ext cx="7389812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AU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37" name="Text Placeholder 135">
            <a:extLst>
              <a:ext uri="{FF2B5EF4-FFF2-40B4-BE49-F238E27FC236}">
                <a16:creationId xmlns:a16="http://schemas.microsoft.com/office/drawing/2014/main" id="{081B6B67-7D18-4A84-A9C8-F8EB715A3FB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7255" y="616633"/>
            <a:ext cx="1260000" cy="126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0" name="AutoShape 7">
            <a:extLst>
              <a:ext uri="{FF2B5EF4-FFF2-40B4-BE49-F238E27FC236}">
                <a16:creationId xmlns:a16="http://schemas.microsoft.com/office/drawing/2014/main" id="{768AD39D-5774-4D47-839D-1B36BB540E37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4262967" y="1167579"/>
            <a:ext cx="4549775" cy="421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AU"/>
          </a:p>
        </p:txBody>
      </p:sp>
      <p:sp>
        <p:nvSpPr>
          <p:cNvPr id="22" name="Subtitle 21">
            <a:extLst>
              <a:ext uri="{FF2B5EF4-FFF2-40B4-BE49-F238E27FC236}">
                <a16:creationId xmlns:a16="http://schemas.microsoft.com/office/drawing/2014/main" id="{8342C053-5A99-403F-B0F2-E86B39C4B7D3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74179" y="0"/>
            <a:ext cx="7417821" cy="6879660"/>
          </a:xfrm>
          <a:custGeom>
            <a:avLst/>
            <a:gdLst>
              <a:gd name="connsiteX0" fmla="*/ 1033462 w 4551363"/>
              <a:gd name="connsiteY0" fmla="*/ 0 h 4221163"/>
              <a:gd name="connsiteX1" fmla="*/ 4551363 w 4551363"/>
              <a:gd name="connsiteY1" fmla="*/ 0 h 4221163"/>
              <a:gd name="connsiteX2" fmla="*/ 4551363 w 4551363"/>
              <a:gd name="connsiteY2" fmla="*/ 4221163 h 4221163"/>
              <a:gd name="connsiteX3" fmla="*/ 1033462 w 4551363"/>
              <a:gd name="connsiteY3" fmla="*/ 4221163 h 4221163"/>
              <a:gd name="connsiteX4" fmla="*/ 0 w 4551363"/>
              <a:gd name="connsiteY4" fmla="*/ 3949701 h 4221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51363" h="4221163">
                <a:moveTo>
                  <a:pt x="1033462" y="0"/>
                </a:moveTo>
                <a:lnTo>
                  <a:pt x="4551363" y="0"/>
                </a:lnTo>
                <a:lnTo>
                  <a:pt x="4551363" y="4221163"/>
                </a:lnTo>
                <a:lnTo>
                  <a:pt x="1033462" y="4221163"/>
                </a:lnTo>
                <a:lnTo>
                  <a:pt x="0" y="3949701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2304000" tIns="2700000" rIns="720000" bIns="18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Divider slide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25" name="Text Placeholder 140">
            <a:extLst>
              <a:ext uri="{FF2B5EF4-FFF2-40B4-BE49-F238E27FC236}">
                <a16:creationId xmlns:a16="http://schemas.microsoft.com/office/drawing/2014/main" id="{1E7CA0C9-C706-491C-A6A8-FDB0B12A217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2782490" cy="707231"/>
          </a:xfrm>
        </p:spPr>
        <p:txBody>
          <a:bodyPr>
            <a:no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1" name="Text Placeholder 135">
            <a:extLst>
              <a:ext uri="{FF2B5EF4-FFF2-40B4-BE49-F238E27FC236}">
                <a16:creationId xmlns:a16="http://schemas.microsoft.com/office/drawing/2014/main" id="{17A51544-3ECD-4ABC-8447-3699A67ACCC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74580239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2" name="Picture Placeholder 141">
            <a:extLst>
              <a:ext uri="{FF2B5EF4-FFF2-40B4-BE49-F238E27FC236}">
                <a16:creationId xmlns:a16="http://schemas.microsoft.com/office/drawing/2014/main" id="{7FEBB377-447E-4F52-87D8-8001155A75D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99359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68" name="Text Placeholder 140">
            <a:extLst>
              <a:ext uri="{FF2B5EF4-FFF2-40B4-BE49-F238E27FC236}">
                <a16:creationId xmlns:a16="http://schemas.microsoft.com/office/drawing/2014/main" id="{73BB30E9-8493-45E3-BD7E-FD5DCB0129E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69" name="Group 4">
            <a:extLst>
              <a:ext uri="{FF2B5EF4-FFF2-40B4-BE49-F238E27FC236}">
                <a16:creationId xmlns:a16="http://schemas.microsoft.com/office/drawing/2014/main" id="{BCF2E7B2-D01F-4846-9FFF-96A7F01CE483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70" name="AutoShape 3">
              <a:extLst>
                <a:ext uri="{FF2B5EF4-FFF2-40B4-BE49-F238E27FC236}">
                  <a16:creationId xmlns:a16="http://schemas.microsoft.com/office/drawing/2014/main" id="{7687D4E3-DA82-4B62-B19A-86F317319774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Rectangle 5">
              <a:extLst>
                <a:ext uri="{FF2B5EF4-FFF2-40B4-BE49-F238E27FC236}">
                  <a16:creationId xmlns:a16="http://schemas.microsoft.com/office/drawing/2014/main" id="{B5576FAF-F3E1-4CC5-B88B-0198F210516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6">
              <a:extLst>
                <a:ext uri="{FF2B5EF4-FFF2-40B4-BE49-F238E27FC236}">
                  <a16:creationId xmlns:a16="http://schemas.microsoft.com/office/drawing/2014/main" id="{F87E52B1-38C9-4E33-AAF3-BF06500A38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7">
              <a:extLst>
                <a:ext uri="{FF2B5EF4-FFF2-40B4-BE49-F238E27FC236}">
                  <a16:creationId xmlns:a16="http://schemas.microsoft.com/office/drawing/2014/main" id="{836EB3B1-3E19-4A0A-A9DE-B85EC78B08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8">
              <a:extLst>
                <a:ext uri="{FF2B5EF4-FFF2-40B4-BE49-F238E27FC236}">
                  <a16:creationId xmlns:a16="http://schemas.microsoft.com/office/drawing/2014/main" id="{A541583E-90FA-4A04-9BB4-DF54DE6748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9">
              <a:extLst>
                <a:ext uri="{FF2B5EF4-FFF2-40B4-BE49-F238E27FC236}">
                  <a16:creationId xmlns:a16="http://schemas.microsoft.com/office/drawing/2014/main" id="{AF1BCBE3-95B4-473B-B2BB-88B2A4D46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0">
              <a:extLst>
                <a:ext uri="{FF2B5EF4-FFF2-40B4-BE49-F238E27FC236}">
                  <a16:creationId xmlns:a16="http://schemas.microsoft.com/office/drawing/2014/main" id="{570EB87D-7139-4FCE-8AD0-F04539A831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1">
              <a:extLst>
                <a:ext uri="{FF2B5EF4-FFF2-40B4-BE49-F238E27FC236}">
                  <a16:creationId xmlns:a16="http://schemas.microsoft.com/office/drawing/2014/main" id="{BCD13869-C734-4744-9966-1E45BC7E7B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2">
              <a:extLst>
                <a:ext uri="{FF2B5EF4-FFF2-40B4-BE49-F238E27FC236}">
                  <a16:creationId xmlns:a16="http://schemas.microsoft.com/office/drawing/2014/main" id="{FA510161-0890-48DC-A1C7-4BC9C39F89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3">
              <a:extLst>
                <a:ext uri="{FF2B5EF4-FFF2-40B4-BE49-F238E27FC236}">
                  <a16:creationId xmlns:a16="http://schemas.microsoft.com/office/drawing/2014/main" id="{A94FCB9B-2163-47FE-A471-2F08FDD899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14">
              <a:extLst>
                <a:ext uri="{FF2B5EF4-FFF2-40B4-BE49-F238E27FC236}">
                  <a16:creationId xmlns:a16="http://schemas.microsoft.com/office/drawing/2014/main" id="{D43D310D-82EB-45FB-9575-7A05EC97BA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5">
              <a:extLst>
                <a:ext uri="{FF2B5EF4-FFF2-40B4-BE49-F238E27FC236}">
                  <a16:creationId xmlns:a16="http://schemas.microsoft.com/office/drawing/2014/main" id="{C27E9B67-E811-420C-B457-B01D5DA938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6">
              <a:extLst>
                <a:ext uri="{FF2B5EF4-FFF2-40B4-BE49-F238E27FC236}">
                  <a16:creationId xmlns:a16="http://schemas.microsoft.com/office/drawing/2014/main" id="{202E0DEF-5320-414A-9D09-9F04D307F9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7">
              <a:extLst>
                <a:ext uri="{FF2B5EF4-FFF2-40B4-BE49-F238E27FC236}">
                  <a16:creationId xmlns:a16="http://schemas.microsoft.com/office/drawing/2014/main" id="{7CDE55A6-B058-43BF-82AD-E2CF701CE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18">
              <a:extLst>
                <a:ext uri="{FF2B5EF4-FFF2-40B4-BE49-F238E27FC236}">
                  <a16:creationId xmlns:a16="http://schemas.microsoft.com/office/drawing/2014/main" id="{E76D96D4-DB64-4D87-93A0-8CF7BF7C42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19">
              <a:extLst>
                <a:ext uri="{FF2B5EF4-FFF2-40B4-BE49-F238E27FC236}">
                  <a16:creationId xmlns:a16="http://schemas.microsoft.com/office/drawing/2014/main" id="{09C9CCA1-C999-4358-BCFB-93A526B93AB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20">
              <a:extLst>
                <a:ext uri="{FF2B5EF4-FFF2-40B4-BE49-F238E27FC236}">
                  <a16:creationId xmlns:a16="http://schemas.microsoft.com/office/drawing/2014/main" id="{091B2AA6-BAFC-4C63-B6E5-E567B0781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F5352-9E79-422D-A715-9F8798C83E9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94E48EF3-5490-4793-84A1-99F9541C9E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FF2C4395-852E-4B55-9169-B80758CCDD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4A470D8C-6B28-4432-B2DC-BB7F4AAD01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51494A52-CCA4-4E8F-B96C-7191A78BEA2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F9581B5B-4CC9-40EF-B351-1E0844E7793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B36CE5E6-82DB-4EC4-B8F2-00441C7F00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CCB0DDE8-E457-4049-A1B5-9DC1A38E542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F582F19F-50DB-4CD0-9261-9F3D4369DE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03238F99-8877-414A-B15E-AC6904170A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4BB808B9-70D1-4973-9B42-7047A60970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F9C9A6F1-DCA9-40C4-A241-EAD329309E9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E0AEF41F-FC56-4890-9142-E6A51D258B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6145C89F-8512-4401-B52C-D9558C1D01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ED9CFB26-B8E6-48B1-A29F-24EB666228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F6E85637-D434-4429-B291-1ECF3AEA6E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30C150FF-3376-469B-9681-2D2C449866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434EB90B-7746-4C60-9E11-00C8E6B4B1F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7426CC65-8A41-4481-9E5D-C5331B6EEA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97E7B34D-0DDF-4DE2-99C4-6BC45D794E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6FC8D70A-8526-4C79-92C2-97301B914B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39BE5684-35BB-46F4-9C5C-EAF067BC62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5089B3F9-64DE-4CB8-BF0E-34B007F8C7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04FECBD9-B54C-4D5A-A9AA-E7619DF761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0ADCA952-0EDE-409C-B4D0-54FF479FCE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119A132-F0A3-4452-851C-D950D84D53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BEC3E088-80FD-4804-92A1-2E76BA051D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EA438C2B-5159-428A-AB6D-0446066C3F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65B120BA-B006-4B6A-8DA5-F28EA6CDDE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AB954FAD-8B27-4E4D-A4ED-D5FB03A79E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D653A1E5-8205-431C-8097-803798E04C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54533794-0E7B-4B02-8F24-BDC83126EE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D4D327AA-0BF7-4AB8-91E9-11F76213D3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F8AB14D4-E7E1-4D1E-8B5C-B1A1653B91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9424AD2E-65D9-4F30-9676-D28A85EE68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F382EF80-0B77-4D44-B4FF-8B6BE2567C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92C5A2A8-B427-43AB-B91C-75984A933E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E9704698-3565-478A-9D58-D0A9430F2C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E5B6714A-DEAD-4521-A9A6-9E2A55F926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EC562B80-8A9A-4CB6-84CD-035DC0A57CC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F6A42320-400F-45BF-9470-203CFA636A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189" name="Text Placeholder 135">
            <a:extLst>
              <a:ext uri="{FF2B5EF4-FFF2-40B4-BE49-F238E27FC236}">
                <a16:creationId xmlns:a16="http://schemas.microsoft.com/office/drawing/2014/main" id="{481E019A-1F81-4852-8272-EA711EFF709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91357347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E03DFE5C-9D27-413D-8A78-400F18043883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  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F997F199-0CF9-40C8-9EAA-1BE7B409F10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6020C5ED-8684-4963-B702-A20B7E17DD7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86210798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400702" cy="887360"/>
          </a:xfrm>
        </p:spPr>
        <p:txBody>
          <a:bodyPr/>
          <a:lstStyle>
            <a:lvl1pPr>
              <a:defRPr lang="en-AU" dirty="0"/>
            </a:lvl1pPr>
          </a:lstStyle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7" name="Picture Placeholder 8">
            <a:extLst>
              <a:ext uri="{FF2B5EF4-FFF2-40B4-BE49-F238E27FC236}">
                <a16:creationId xmlns:a16="http://schemas.microsoft.com/office/drawing/2014/main" id="{2DF14112-10F2-4A1F-8E84-625C042A78AF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241680" y="433468"/>
            <a:ext cx="4516849" cy="6424532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2818" t="-6998" r="-14598" b="-250"/>
            </a:stretch>
          </a:blip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image of presenter</a:t>
            </a:r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EFAC858D-C943-4AF2-ADB4-A578F396684B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DD73D3F0-5814-4D17-B429-BC41662F4189}"/>
              </a:ext>
            </a:extLst>
          </p:cNvPr>
          <p:cNvSpPr>
            <a:spLocks noGrp="1"/>
          </p:cNvSpPr>
          <p:nvPr>
            <p:ph sz="quarter" idx="20"/>
          </p:nvPr>
        </p:nvSpPr>
        <p:spPr>
          <a:xfrm>
            <a:off x="316357" y="1532415"/>
            <a:ext cx="6513110" cy="4454837"/>
          </a:xfrm>
        </p:spPr>
        <p:txBody>
          <a:bodyPr/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AU" dirty="0"/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77048540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59" y="433469"/>
            <a:ext cx="4829371" cy="573903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A6974CE-5775-4767-8B2D-E006DC5555FD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25/7/21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597E5B4-99B2-4696-8ED1-B7AB1747A2A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63294304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60" y="433470"/>
            <a:ext cx="4829370" cy="278970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8" name="Picture Placeholder 8">
            <a:extLst>
              <a:ext uri="{FF2B5EF4-FFF2-40B4-BE49-F238E27FC236}">
                <a16:creationId xmlns:a16="http://schemas.microsoft.com/office/drawing/2014/main" id="{7F567229-93F4-4028-9012-070DD0F840A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6CEFDF54-79BF-4A62-9A89-30BB4DEA2C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136EA4-84ED-4506-A242-5F0C906222B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7D72EC5-4F70-48F3-89D4-91D2D67BE51B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25/7/21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610718A-D70B-4A4B-A26A-0BF5E34D0069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413316539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2A85445C-DF4B-4BAF-BA3E-2C7E13C69663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65648" y="433469"/>
            <a:ext cx="2292882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A715146-2554-48EE-B19F-EB08682D4D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A7FBC23-2E1D-42B9-B06F-441D2E530D67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FBB8C37-F6A7-408B-AED7-05A293BD9B5C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25/7/21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217EB9A-C91F-4B28-8363-238C69D8FF42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34025247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8">
            <a:extLst>
              <a:ext uri="{FF2B5EF4-FFF2-40B4-BE49-F238E27FC236}">
                <a16:creationId xmlns:a16="http://schemas.microsoft.com/office/drawing/2014/main" id="{E0A0B3FD-4538-4369-83B6-70C4DFCECFF6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B2A43BD1-0F4A-4FE6-96C0-15FBFE85BD1F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56458" y="433469"/>
            <a:ext cx="2302072" cy="133183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70" name="Picture Placeholder 8">
            <a:extLst>
              <a:ext uri="{FF2B5EF4-FFF2-40B4-BE49-F238E27FC236}">
                <a16:creationId xmlns:a16="http://schemas.microsoft.com/office/drawing/2014/main" id="{FA4A79D4-E349-4EBC-AEB1-516796BF6A3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456458" y="1953366"/>
            <a:ext cx="2302072" cy="127350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543F44-FB67-4998-BE74-154B2E1079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612DDF1-862D-4D1D-A8F8-0AA91E60F74F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895DF14-2515-429C-B3CC-7063B560D420}"/>
              </a:ext>
            </a:extLst>
          </p:cNvPr>
          <p:cNvSpPr>
            <a:spLocks noGrp="1"/>
          </p:cNvSpPr>
          <p:nvPr>
            <p:ph type="dt" sz="half" idx="22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25/7/21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B923CC6-05EA-4B5E-8619-45B5D426CFF2}"/>
              </a:ext>
            </a:extLst>
          </p:cNvPr>
          <p:cNvSpPr>
            <a:spLocks noGrp="1"/>
          </p:cNvSpPr>
          <p:nvPr>
            <p:ph type="sldNum" sz="quarter" idx="23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7526296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 userDrawn="1"/>
        </p:nvSpPr>
        <p:spPr>
          <a:xfrm>
            <a:off x="10839546" y="101089"/>
            <a:ext cx="1245238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33470" y="433470"/>
            <a:ext cx="11325062" cy="5991061"/>
          </a:xfrm>
          <a:solidFill>
            <a:schemeClr val="bg1">
              <a:lumMod val="85000"/>
            </a:schemeClr>
          </a:solidFill>
        </p:spPr>
        <p:txBody>
          <a:bodyPr lIns="936000" tIns="180000" rIns="180000" bIns="180000">
            <a:normAutofit/>
          </a:bodyPr>
          <a:lstStyle>
            <a:lvl1pPr algn="l"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8" name="Text Placeholder 135">
            <a:extLst>
              <a:ext uri="{FF2B5EF4-FFF2-40B4-BE49-F238E27FC236}">
                <a16:creationId xmlns:a16="http://schemas.microsoft.com/office/drawing/2014/main" id="{0C3C7B2F-708A-4AE4-81D4-A81DA4A14F40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433470" y="433470"/>
            <a:ext cx="720000" cy="72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313784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 marL="0" indent="0">
              <a:buNone/>
              <a:defRPr sz="2000" b="0">
                <a:solidFill>
                  <a:schemeClr val="bg1"/>
                </a:solidFill>
              </a:defRPr>
            </a:lvl3pPr>
            <a:lvl4pPr>
              <a:defRPr sz="2000" b="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 b="0">
                <a:solidFill>
                  <a:schemeClr val="bg1"/>
                </a:solidFill>
              </a:defRPr>
            </a:lvl6pPr>
            <a:lvl7pPr>
              <a:defRPr sz="2000" b="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Use this for dark images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945656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2000">
                <a:solidFill>
                  <a:schemeClr val="tx2"/>
                </a:solidFill>
              </a:defRPr>
            </a:lvl2pPr>
            <a:lvl3pPr marL="0" indent="0">
              <a:buNone/>
              <a:defRPr sz="2000" b="0">
                <a:solidFill>
                  <a:schemeClr val="tx2"/>
                </a:solidFill>
              </a:defRPr>
            </a:lvl3pPr>
            <a:lvl4pPr>
              <a:defRPr sz="2000" b="0">
                <a:solidFill>
                  <a:schemeClr val="tx2"/>
                </a:solidFill>
              </a:defRPr>
            </a:lvl4pPr>
            <a:lvl5pPr>
              <a:defRPr sz="2000" b="0">
                <a:solidFill>
                  <a:schemeClr val="tx2"/>
                </a:solidFill>
              </a:defRPr>
            </a:lvl5pPr>
            <a:lvl6pPr>
              <a:defRPr sz="2000" b="0">
                <a:solidFill>
                  <a:schemeClr val="tx2"/>
                </a:solidFill>
              </a:defRPr>
            </a:lvl6pPr>
            <a:lvl7pPr>
              <a:defRPr sz="2000" b="0">
                <a:solidFill>
                  <a:schemeClr val="tx2"/>
                </a:solidFill>
              </a:defRPr>
            </a:lvl7pPr>
            <a:lvl8pPr>
              <a:defRPr sz="2000">
                <a:solidFill>
                  <a:schemeClr val="tx2"/>
                </a:solidFill>
              </a:defRPr>
            </a:lvl8pPr>
            <a:lvl9pPr>
              <a:defRPr sz="20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Use this for light images</a:t>
            </a:r>
            <a:br>
              <a:rPr lang="en-AU" noProof="0" dirty="0"/>
            </a:br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0524626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39" name="Picture Placeholder 138">
            <a:extLst>
              <a:ext uri="{FF2B5EF4-FFF2-40B4-BE49-F238E27FC236}">
                <a16:creationId xmlns:a16="http://schemas.microsoft.com/office/drawing/2014/main" id="{D87FD7A2-8AF9-450B-AA84-809A435321D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  </a:t>
            </a:r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3522183"/>
            <a:ext cx="4772203" cy="1227635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Bef>
                <a:spcPts val="500"/>
              </a:spcBef>
              <a:spcAft>
                <a:spcPts val="0"/>
              </a:spcAft>
              <a:buNone/>
              <a:defRPr sz="2000" b="1">
                <a:solidFill>
                  <a:schemeClr val="accent2"/>
                </a:solidFill>
                <a:latin typeface="+mn-lt"/>
              </a:defRPr>
            </a:lvl1pPr>
            <a:lvl2pPr marL="0" indent="0" algn="l">
              <a:spcBef>
                <a:spcPts val="500"/>
              </a:spcBef>
              <a:buNone/>
              <a:defRPr sz="2000" b="0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subtitle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196D528-3F8C-4131-B8C8-D41C96117732}"/>
              </a:ext>
            </a:extLst>
          </p:cNvPr>
          <p:cNvSpPr txBox="1"/>
          <p:nvPr userDrawn="1"/>
        </p:nvSpPr>
        <p:spPr>
          <a:xfrm>
            <a:off x="514871" y="2525876"/>
            <a:ext cx="3164224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3800" b="1" kern="1200" dirty="0">
                <a:solidFill>
                  <a:schemeClr val="bg1"/>
                </a:solidFill>
                <a:latin typeface="+mj-lt"/>
                <a:ea typeface="+mn-ea"/>
                <a:cs typeface="+mn-cs"/>
              </a:rPr>
              <a:t>Thank you</a:t>
            </a:r>
          </a:p>
        </p:txBody>
      </p:sp>
      <p:sp>
        <p:nvSpPr>
          <p:cNvPr id="68" name="Text Placeholder 140">
            <a:extLst>
              <a:ext uri="{FF2B5EF4-FFF2-40B4-BE49-F238E27FC236}">
                <a16:creationId xmlns:a16="http://schemas.microsoft.com/office/drawing/2014/main" id="{0240AC5B-4C6A-426A-B2D7-877F8935F41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9" name="Text Placeholder 135">
            <a:extLst>
              <a:ext uri="{FF2B5EF4-FFF2-40B4-BE49-F238E27FC236}">
                <a16:creationId xmlns:a16="http://schemas.microsoft.com/office/drawing/2014/main" id="{E5A84B8F-F202-4882-842F-83827F0172A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EC37A7B2-975C-4770-92F5-8992CA55725E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71" name="AutoShape 3">
              <a:extLst>
                <a:ext uri="{FF2B5EF4-FFF2-40B4-BE49-F238E27FC236}">
                  <a16:creationId xmlns:a16="http://schemas.microsoft.com/office/drawing/2014/main" id="{54F552E3-D38D-41BC-82E3-60C997948365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Rectangle 5">
              <a:extLst>
                <a:ext uri="{FF2B5EF4-FFF2-40B4-BE49-F238E27FC236}">
                  <a16:creationId xmlns:a16="http://schemas.microsoft.com/office/drawing/2014/main" id="{569FA1AE-C9C3-462F-A77A-B6BBCF918C9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6">
              <a:extLst>
                <a:ext uri="{FF2B5EF4-FFF2-40B4-BE49-F238E27FC236}">
                  <a16:creationId xmlns:a16="http://schemas.microsoft.com/office/drawing/2014/main" id="{6DB2EA32-9261-498B-830E-2FBDFA157F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7">
              <a:extLst>
                <a:ext uri="{FF2B5EF4-FFF2-40B4-BE49-F238E27FC236}">
                  <a16:creationId xmlns:a16="http://schemas.microsoft.com/office/drawing/2014/main" id="{EFF73E3A-06C3-4974-93E2-696040A897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8">
              <a:extLst>
                <a:ext uri="{FF2B5EF4-FFF2-40B4-BE49-F238E27FC236}">
                  <a16:creationId xmlns:a16="http://schemas.microsoft.com/office/drawing/2014/main" id="{C4DC2C60-02AB-49AD-B3DD-BBCF7166C8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9">
              <a:extLst>
                <a:ext uri="{FF2B5EF4-FFF2-40B4-BE49-F238E27FC236}">
                  <a16:creationId xmlns:a16="http://schemas.microsoft.com/office/drawing/2014/main" id="{30961497-8835-4080-AFE2-534351DE263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0">
              <a:extLst>
                <a:ext uri="{FF2B5EF4-FFF2-40B4-BE49-F238E27FC236}">
                  <a16:creationId xmlns:a16="http://schemas.microsoft.com/office/drawing/2014/main" id="{E68F9C23-752D-42BE-A4E5-9B68536CDF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1">
              <a:extLst>
                <a:ext uri="{FF2B5EF4-FFF2-40B4-BE49-F238E27FC236}">
                  <a16:creationId xmlns:a16="http://schemas.microsoft.com/office/drawing/2014/main" id="{13FC5098-8507-4098-93FB-F2624FFC64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2">
              <a:extLst>
                <a:ext uri="{FF2B5EF4-FFF2-40B4-BE49-F238E27FC236}">
                  <a16:creationId xmlns:a16="http://schemas.microsoft.com/office/drawing/2014/main" id="{7E5888E8-4F68-4921-8A2B-AEC299F6A1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3">
              <a:extLst>
                <a:ext uri="{FF2B5EF4-FFF2-40B4-BE49-F238E27FC236}">
                  <a16:creationId xmlns:a16="http://schemas.microsoft.com/office/drawing/2014/main" id="{B67C5942-8CB4-499B-AA8B-12470AC8A7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4">
              <a:extLst>
                <a:ext uri="{FF2B5EF4-FFF2-40B4-BE49-F238E27FC236}">
                  <a16:creationId xmlns:a16="http://schemas.microsoft.com/office/drawing/2014/main" id="{7AD189ED-F890-4E02-8D27-6A3CE264891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5">
              <a:extLst>
                <a:ext uri="{FF2B5EF4-FFF2-40B4-BE49-F238E27FC236}">
                  <a16:creationId xmlns:a16="http://schemas.microsoft.com/office/drawing/2014/main" id="{A694629D-32D1-4504-B143-297920522C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6">
              <a:extLst>
                <a:ext uri="{FF2B5EF4-FFF2-40B4-BE49-F238E27FC236}">
                  <a16:creationId xmlns:a16="http://schemas.microsoft.com/office/drawing/2014/main" id="{2412EA18-A215-4DFD-A0A6-2AD409F481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17">
              <a:extLst>
                <a:ext uri="{FF2B5EF4-FFF2-40B4-BE49-F238E27FC236}">
                  <a16:creationId xmlns:a16="http://schemas.microsoft.com/office/drawing/2014/main" id="{C4E0E6D7-A2DC-410B-9822-C2D716A99A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18">
              <a:extLst>
                <a:ext uri="{FF2B5EF4-FFF2-40B4-BE49-F238E27FC236}">
                  <a16:creationId xmlns:a16="http://schemas.microsoft.com/office/drawing/2014/main" id="{D7B7983B-BA78-4770-8F07-998CF704FD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19">
              <a:extLst>
                <a:ext uri="{FF2B5EF4-FFF2-40B4-BE49-F238E27FC236}">
                  <a16:creationId xmlns:a16="http://schemas.microsoft.com/office/drawing/2014/main" id="{A748B14A-0908-4434-A2E9-F3E4992B204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Freeform 20">
              <a:extLst>
                <a:ext uri="{FF2B5EF4-FFF2-40B4-BE49-F238E27FC236}">
                  <a16:creationId xmlns:a16="http://schemas.microsoft.com/office/drawing/2014/main" id="{9A723747-6853-43C4-AAB4-C1C0C93D99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Rectangle 21">
              <a:extLst>
                <a:ext uri="{FF2B5EF4-FFF2-40B4-BE49-F238E27FC236}">
                  <a16:creationId xmlns:a16="http://schemas.microsoft.com/office/drawing/2014/main" id="{135592F9-D2BB-451E-96FF-092A1EE1A3B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2">
              <a:extLst>
                <a:ext uri="{FF2B5EF4-FFF2-40B4-BE49-F238E27FC236}">
                  <a16:creationId xmlns:a16="http://schemas.microsoft.com/office/drawing/2014/main" id="{745670F2-51EA-4EA7-A414-FB609C350E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3">
              <a:extLst>
                <a:ext uri="{FF2B5EF4-FFF2-40B4-BE49-F238E27FC236}">
                  <a16:creationId xmlns:a16="http://schemas.microsoft.com/office/drawing/2014/main" id="{99B68E36-21CB-49F9-8DAA-F892BB3F7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4">
              <a:extLst>
                <a:ext uri="{FF2B5EF4-FFF2-40B4-BE49-F238E27FC236}">
                  <a16:creationId xmlns:a16="http://schemas.microsoft.com/office/drawing/2014/main" id="{F07D88E7-14BD-4576-AC88-8D241E6B93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5">
              <a:extLst>
                <a:ext uri="{FF2B5EF4-FFF2-40B4-BE49-F238E27FC236}">
                  <a16:creationId xmlns:a16="http://schemas.microsoft.com/office/drawing/2014/main" id="{BCAAAD9F-0A1F-49A6-A4DE-A5A523C5462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6">
              <a:extLst>
                <a:ext uri="{FF2B5EF4-FFF2-40B4-BE49-F238E27FC236}">
                  <a16:creationId xmlns:a16="http://schemas.microsoft.com/office/drawing/2014/main" id="{DA1B6F50-51ED-4149-9C09-11E8008977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7">
              <a:extLst>
                <a:ext uri="{FF2B5EF4-FFF2-40B4-BE49-F238E27FC236}">
                  <a16:creationId xmlns:a16="http://schemas.microsoft.com/office/drawing/2014/main" id="{0AC74EF2-F419-4368-912E-71A0EA81D8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8">
              <a:extLst>
                <a:ext uri="{FF2B5EF4-FFF2-40B4-BE49-F238E27FC236}">
                  <a16:creationId xmlns:a16="http://schemas.microsoft.com/office/drawing/2014/main" id="{1C171149-6E4E-4D78-AB93-8E367FDD9F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29">
              <a:extLst>
                <a:ext uri="{FF2B5EF4-FFF2-40B4-BE49-F238E27FC236}">
                  <a16:creationId xmlns:a16="http://schemas.microsoft.com/office/drawing/2014/main" id="{A815DF7B-E424-42AB-A6AB-634DA40688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0">
              <a:extLst>
                <a:ext uri="{FF2B5EF4-FFF2-40B4-BE49-F238E27FC236}">
                  <a16:creationId xmlns:a16="http://schemas.microsoft.com/office/drawing/2014/main" id="{66BD8C37-8BC5-45CD-B87D-5AFE1A70DC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1">
              <a:extLst>
                <a:ext uri="{FF2B5EF4-FFF2-40B4-BE49-F238E27FC236}">
                  <a16:creationId xmlns:a16="http://schemas.microsoft.com/office/drawing/2014/main" id="{2CEB33A3-B63A-4808-96DD-C5F24BF9AC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2">
              <a:extLst>
                <a:ext uri="{FF2B5EF4-FFF2-40B4-BE49-F238E27FC236}">
                  <a16:creationId xmlns:a16="http://schemas.microsoft.com/office/drawing/2014/main" id="{C313A88E-E4EB-47A3-9504-3CBEC9DA296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4">
              <a:extLst>
                <a:ext uri="{FF2B5EF4-FFF2-40B4-BE49-F238E27FC236}">
                  <a16:creationId xmlns:a16="http://schemas.microsoft.com/office/drawing/2014/main" id="{56F05306-E858-4AD6-9044-0829EB27D9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5">
              <a:extLst>
                <a:ext uri="{FF2B5EF4-FFF2-40B4-BE49-F238E27FC236}">
                  <a16:creationId xmlns:a16="http://schemas.microsoft.com/office/drawing/2014/main" id="{32901447-608B-4121-B7E4-6FCEAEA250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6">
              <a:extLst>
                <a:ext uri="{FF2B5EF4-FFF2-40B4-BE49-F238E27FC236}">
                  <a16:creationId xmlns:a16="http://schemas.microsoft.com/office/drawing/2014/main" id="{39190006-5196-47DB-99AE-94D3B7F045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7">
              <a:extLst>
                <a:ext uri="{FF2B5EF4-FFF2-40B4-BE49-F238E27FC236}">
                  <a16:creationId xmlns:a16="http://schemas.microsoft.com/office/drawing/2014/main" id="{8604054B-C93B-45A8-AB0E-E434861452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8">
              <a:extLst>
                <a:ext uri="{FF2B5EF4-FFF2-40B4-BE49-F238E27FC236}">
                  <a16:creationId xmlns:a16="http://schemas.microsoft.com/office/drawing/2014/main" id="{D0EFF960-9F83-4FFE-BF82-B52577442D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39">
              <a:extLst>
                <a:ext uri="{FF2B5EF4-FFF2-40B4-BE49-F238E27FC236}">
                  <a16:creationId xmlns:a16="http://schemas.microsoft.com/office/drawing/2014/main" id="{99D3D888-B3BA-4D97-B256-1108E2C3F2E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0">
              <a:extLst>
                <a:ext uri="{FF2B5EF4-FFF2-40B4-BE49-F238E27FC236}">
                  <a16:creationId xmlns:a16="http://schemas.microsoft.com/office/drawing/2014/main" id="{7F59FA3C-1276-422B-80A8-04EF5B7FFB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1">
              <a:extLst>
                <a:ext uri="{FF2B5EF4-FFF2-40B4-BE49-F238E27FC236}">
                  <a16:creationId xmlns:a16="http://schemas.microsoft.com/office/drawing/2014/main" id="{0F1A5475-0A1C-4B1A-97EC-5E3CD80675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2">
              <a:extLst>
                <a:ext uri="{FF2B5EF4-FFF2-40B4-BE49-F238E27FC236}">
                  <a16:creationId xmlns:a16="http://schemas.microsoft.com/office/drawing/2014/main" id="{A3DDBAEE-DF7C-4EC8-94DD-05D69B1CDE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3">
              <a:extLst>
                <a:ext uri="{FF2B5EF4-FFF2-40B4-BE49-F238E27FC236}">
                  <a16:creationId xmlns:a16="http://schemas.microsoft.com/office/drawing/2014/main" id="{D5F93DF4-E313-489C-8E2A-B483A92DE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4">
              <a:extLst>
                <a:ext uri="{FF2B5EF4-FFF2-40B4-BE49-F238E27FC236}">
                  <a16:creationId xmlns:a16="http://schemas.microsoft.com/office/drawing/2014/main" id="{4DC15CBD-9941-4E37-A8B4-F231D3B31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5">
              <a:extLst>
                <a:ext uri="{FF2B5EF4-FFF2-40B4-BE49-F238E27FC236}">
                  <a16:creationId xmlns:a16="http://schemas.microsoft.com/office/drawing/2014/main" id="{9ADB481C-21A1-49F8-ACE4-4CD0729D92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6">
              <a:extLst>
                <a:ext uri="{FF2B5EF4-FFF2-40B4-BE49-F238E27FC236}">
                  <a16:creationId xmlns:a16="http://schemas.microsoft.com/office/drawing/2014/main" id="{E4D2031E-0A6F-4C49-9ED4-AB51D06F0F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7">
              <a:extLst>
                <a:ext uri="{FF2B5EF4-FFF2-40B4-BE49-F238E27FC236}">
                  <a16:creationId xmlns:a16="http://schemas.microsoft.com/office/drawing/2014/main" id="{C44C9E42-3F3B-4C13-A2DA-02F22BA28A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8">
              <a:extLst>
                <a:ext uri="{FF2B5EF4-FFF2-40B4-BE49-F238E27FC236}">
                  <a16:creationId xmlns:a16="http://schemas.microsoft.com/office/drawing/2014/main" id="{01353E56-76A6-4F6D-B228-D349DD153D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49">
              <a:extLst>
                <a:ext uri="{FF2B5EF4-FFF2-40B4-BE49-F238E27FC236}">
                  <a16:creationId xmlns:a16="http://schemas.microsoft.com/office/drawing/2014/main" id="{61622A06-0465-4E80-BE10-ABA3B3FE3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0">
              <a:extLst>
                <a:ext uri="{FF2B5EF4-FFF2-40B4-BE49-F238E27FC236}">
                  <a16:creationId xmlns:a16="http://schemas.microsoft.com/office/drawing/2014/main" id="{87927BE2-A3FC-4F6C-B8B1-028431DC64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1">
              <a:extLst>
                <a:ext uri="{FF2B5EF4-FFF2-40B4-BE49-F238E27FC236}">
                  <a16:creationId xmlns:a16="http://schemas.microsoft.com/office/drawing/2014/main" id="{9AB4F4C4-EA49-4CC5-B240-860DE380C3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2">
              <a:extLst>
                <a:ext uri="{FF2B5EF4-FFF2-40B4-BE49-F238E27FC236}">
                  <a16:creationId xmlns:a16="http://schemas.microsoft.com/office/drawing/2014/main" id="{357BA5D2-76BC-4D95-9315-2DE8D62D55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3">
              <a:extLst>
                <a:ext uri="{FF2B5EF4-FFF2-40B4-BE49-F238E27FC236}">
                  <a16:creationId xmlns:a16="http://schemas.microsoft.com/office/drawing/2014/main" id="{DCED355D-42FD-4686-B0EF-0E3062E19E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4">
              <a:extLst>
                <a:ext uri="{FF2B5EF4-FFF2-40B4-BE49-F238E27FC236}">
                  <a16:creationId xmlns:a16="http://schemas.microsoft.com/office/drawing/2014/main" id="{0958AEB7-DBAD-45AC-9AB2-48F0F17659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5">
              <a:extLst>
                <a:ext uri="{FF2B5EF4-FFF2-40B4-BE49-F238E27FC236}">
                  <a16:creationId xmlns:a16="http://schemas.microsoft.com/office/drawing/2014/main" id="{D21079D7-F09E-4BC4-907F-AB73704555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6">
              <a:extLst>
                <a:ext uri="{FF2B5EF4-FFF2-40B4-BE49-F238E27FC236}">
                  <a16:creationId xmlns:a16="http://schemas.microsoft.com/office/drawing/2014/main" id="{A704AF6D-383A-461D-9A8E-803EB90DE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7">
              <a:extLst>
                <a:ext uri="{FF2B5EF4-FFF2-40B4-BE49-F238E27FC236}">
                  <a16:creationId xmlns:a16="http://schemas.microsoft.com/office/drawing/2014/main" id="{FC012E4A-28D8-454A-A556-8AC6B0EB0B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8">
              <a:extLst>
                <a:ext uri="{FF2B5EF4-FFF2-40B4-BE49-F238E27FC236}">
                  <a16:creationId xmlns:a16="http://schemas.microsoft.com/office/drawing/2014/main" id="{905E96C3-CEAF-465F-98F7-C346C851D7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59">
              <a:extLst>
                <a:ext uri="{FF2B5EF4-FFF2-40B4-BE49-F238E27FC236}">
                  <a16:creationId xmlns:a16="http://schemas.microsoft.com/office/drawing/2014/main" id="{B96BC9E4-E5E9-4941-BC5B-77E75A08F2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0">
              <a:extLst>
                <a:ext uri="{FF2B5EF4-FFF2-40B4-BE49-F238E27FC236}">
                  <a16:creationId xmlns:a16="http://schemas.microsoft.com/office/drawing/2014/main" id="{094DCF66-2169-4747-B305-D494F1D1B5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1">
              <a:extLst>
                <a:ext uri="{FF2B5EF4-FFF2-40B4-BE49-F238E27FC236}">
                  <a16:creationId xmlns:a16="http://schemas.microsoft.com/office/drawing/2014/main" id="{4AEC03C8-5E0C-4AFF-AE73-885A440478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2F0EA371-30C6-42A1-8D7F-5F691CCF4E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17761383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64" name="Title 63">
            <a:extLst>
              <a:ext uri="{FF2B5EF4-FFF2-40B4-BE49-F238E27FC236}">
                <a16:creationId xmlns:a16="http://schemas.microsoft.com/office/drawing/2014/main" id="{6588F683-12EB-403B-8215-D3E8334816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41772125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目录页_六项目录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矩形 17"/>
          <p:cNvSpPr/>
          <p:nvPr userDrawn="1"/>
        </p:nvSpPr>
        <p:spPr>
          <a:xfrm>
            <a:off x="-1" y="0"/>
            <a:ext cx="12192000" cy="484632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zh-CN" altLang="en-US"/>
          </a:p>
        </p:txBody>
      </p:sp>
      <p:sp>
        <p:nvSpPr>
          <p:cNvPr id="19" name="文本占位符 310"/>
          <p:cNvSpPr>
            <a:spLocks noGrp="1"/>
          </p:cNvSpPr>
          <p:nvPr>
            <p:ph type="body" sz="quarter" idx="10"/>
          </p:nvPr>
        </p:nvSpPr>
        <p:spPr>
          <a:xfrm>
            <a:off x="2301095" y="5187296"/>
            <a:ext cx="7589808" cy="1032886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7200" b="1">
                <a:ln w="38100">
                  <a:noFill/>
                </a:ln>
                <a:solidFill>
                  <a:schemeClr val="accent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0" name="文本占位符 310"/>
          <p:cNvSpPr>
            <a:spLocks noGrp="1"/>
          </p:cNvSpPr>
          <p:nvPr>
            <p:ph type="body" sz="quarter" idx="15" hasCustomPrompt="1"/>
          </p:nvPr>
        </p:nvSpPr>
        <p:spPr>
          <a:xfrm>
            <a:off x="981166" y="2632975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1" name="文本占位符 310"/>
          <p:cNvSpPr>
            <a:spLocks noGrp="1"/>
          </p:cNvSpPr>
          <p:nvPr>
            <p:ph type="body" sz="quarter" idx="16"/>
          </p:nvPr>
        </p:nvSpPr>
        <p:spPr>
          <a:xfrm>
            <a:off x="1968718" y="2757599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2" name="文本占位符 310"/>
          <p:cNvSpPr>
            <a:spLocks noGrp="1"/>
          </p:cNvSpPr>
          <p:nvPr>
            <p:ph type="body" sz="quarter" idx="17" hasCustomPrompt="1"/>
          </p:nvPr>
        </p:nvSpPr>
        <p:spPr>
          <a:xfrm>
            <a:off x="4663150" y="2632975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3" name="文本占位符 310"/>
          <p:cNvSpPr>
            <a:spLocks noGrp="1"/>
          </p:cNvSpPr>
          <p:nvPr>
            <p:ph type="body" sz="quarter" idx="18"/>
          </p:nvPr>
        </p:nvSpPr>
        <p:spPr>
          <a:xfrm>
            <a:off x="5650702" y="2757599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4" name="文本占位符 310"/>
          <p:cNvSpPr>
            <a:spLocks noGrp="1"/>
          </p:cNvSpPr>
          <p:nvPr>
            <p:ph type="body" sz="quarter" idx="19" hasCustomPrompt="1"/>
          </p:nvPr>
        </p:nvSpPr>
        <p:spPr>
          <a:xfrm>
            <a:off x="8293172" y="2632975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5" name="文本占位符 310"/>
          <p:cNvSpPr>
            <a:spLocks noGrp="1"/>
          </p:cNvSpPr>
          <p:nvPr>
            <p:ph type="body" sz="quarter" idx="20"/>
          </p:nvPr>
        </p:nvSpPr>
        <p:spPr>
          <a:xfrm>
            <a:off x="9280724" y="2757599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6" name="文本占位符 310"/>
          <p:cNvSpPr>
            <a:spLocks noGrp="1"/>
          </p:cNvSpPr>
          <p:nvPr>
            <p:ph type="body" sz="quarter" idx="21" hasCustomPrompt="1"/>
          </p:nvPr>
        </p:nvSpPr>
        <p:spPr>
          <a:xfrm>
            <a:off x="981166" y="1304047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7" name="文本占位符 310"/>
          <p:cNvSpPr>
            <a:spLocks noGrp="1"/>
          </p:cNvSpPr>
          <p:nvPr>
            <p:ph type="body" sz="quarter" idx="22"/>
          </p:nvPr>
        </p:nvSpPr>
        <p:spPr>
          <a:xfrm>
            <a:off x="1968718" y="1428671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24" name="文本占位符 310"/>
          <p:cNvSpPr>
            <a:spLocks noGrp="1"/>
          </p:cNvSpPr>
          <p:nvPr>
            <p:ph type="body" sz="quarter" idx="23" hasCustomPrompt="1"/>
          </p:nvPr>
        </p:nvSpPr>
        <p:spPr>
          <a:xfrm>
            <a:off x="4663150" y="1304047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25" name="文本占位符 310"/>
          <p:cNvSpPr>
            <a:spLocks noGrp="1"/>
          </p:cNvSpPr>
          <p:nvPr>
            <p:ph type="body" sz="quarter" idx="24"/>
          </p:nvPr>
        </p:nvSpPr>
        <p:spPr>
          <a:xfrm>
            <a:off x="5650702" y="1428671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26" name="文本占位符 310"/>
          <p:cNvSpPr>
            <a:spLocks noGrp="1"/>
          </p:cNvSpPr>
          <p:nvPr>
            <p:ph type="body" sz="quarter" idx="25" hasCustomPrompt="1"/>
          </p:nvPr>
        </p:nvSpPr>
        <p:spPr>
          <a:xfrm>
            <a:off x="8293172" y="1304047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27" name="文本占位符 310"/>
          <p:cNvSpPr>
            <a:spLocks noGrp="1"/>
          </p:cNvSpPr>
          <p:nvPr>
            <p:ph type="body" sz="quarter" idx="26"/>
          </p:nvPr>
        </p:nvSpPr>
        <p:spPr>
          <a:xfrm>
            <a:off x="9280724" y="1428671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91695554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9821C742-34A7-4634-ABFF-1A8C76DB814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1" name="Text Placeholder 140">
            <a:extLst>
              <a:ext uri="{FF2B5EF4-FFF2-40B4-BE49-F238E27FC236}">
                <a16:creationId xmlns:a16="http://schemas.microsoft.com/office/drawing/2014/main" id="{E2C11A33-E2C2-4ED9-A0FF-F9E78469F2C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CFA768B8-D2D1-447E-9F0E-47C681CCC99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57847716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E3563E49-DAF7-4206-AAD7-38E789258387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0BA02072-FEDB-429A-A4C0-22D59D09BF0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0ABA4448-A18D-4663-B455-EAD951F8620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88765359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176FAE9-F8D7-45AD-AA56-97F65AF5C7CF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7B87D9FE-C85C-4214-9157-DD7F3ED28A3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315BBA84-73B3-48DF-B6EE-69867E46B6E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38731914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229705A0-38F7-4A9C-86A4-2F68DE74B02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4D897568-993B-4A02-A134-6722AC6A986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CA8F343C-4D99-4A43-995F-05ACA5C64EB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7824678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624966D-E4EA-4F50-9BB6-48291DC82572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7C435E10-BA07-43CA-946E-F929538E56E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8818C800-1FD7-46E3-9513-EDED28C7D41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1317661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54BDF27-BFAD-478C-A199-3DB667D3F5E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219F3B99-BA96-428A-8B96-08B07C39576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3E6A1775-999F-4891-AEA1-BDBEAF077E5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3258611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9F2674CC-72EB-4595-86BE-D02CD83455C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4" name="Text Placeholder 140">
            <a:extLst>
              <a:ext uri="{FF2B5EF4-FFF2-40B4-BE49-F238E27FC236}">
                <a16:creationId xmlns:a16="http://schemas.microsoft.com/office/drawing/2014/main" id="{C2FB46BE-AAF7-42FF-9037-1C6EE88FE3B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62CC006-DD2A-4ACA-910F-2010703F4F3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16213437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6725A7B3-05B9-43EC-BD6A-2951B7878023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3AF26A12-2ED5-4400-ADF5-846B94638FB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EDA5586F-18E7-4601-96CA-50CD2AA81EC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63850342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C553431B-6092-48C5-AD7C-F30516D7A383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2" name="Text Placeholder 140">
            <a:extLst>
              <a:ext uri="{FF2B5EF4-FFF2-40B4-BE49-F238E27FC236}">
                <a16:creationId xmlns:a16="http://schemas.microsoft.com/office/drawing/2014/main" id="{B4389B36-E541-48E7-A912-C35EE13572D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BA1EDDF-3973-431D-958F-640EC310C4D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9957189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86F4D0A5-6CC7-400E-9C3C-0694666F6F8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C8E1928D-065A-4AB1-9DF2-3C1374F8D11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11A1BDE-E875-46F4-AFCD-40A30102811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96075915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44E114E6-BD85-4C72-BAB6-6A2A343DA8D5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3156ADEC-0272-4274-9765-6F13B085BBD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13892CA3-1F3C-40B3-9F82-3B2099571FB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01475132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FCFB8DF9-51A8-485E-9F12-E5A3330F489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2DDB1C3D-68C3-412D-8EB3-97570F00136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8C843FD-33AA-4EEC-9FDF-27DC52E9A1E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3425663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9C7F53C6-9053-440C-8E3D-971AFB12FFFC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7AF040AB-A5DC-4D6D-B6BA-75BCAFC7AAF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51F7505-AB35-46E5-9D36-6EFD604C99A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26421944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54420FA1-8DAE-4658-86CF-B5658CDC24E1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4" name="Text Placeholder 140">
            <a:extLst>
              <a:ext uri="{FF2B5EF4-FFF2-40B4-BE49-F238E27FC236}">
                <a16:creationId xmlns:a16="http://schemas.microsoft.com/office/drawing/2014/main" id="{234B86AF-61C0-4BEF-AED9-AB6E1045862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51EC55AF-72F6-4B80-B565-E4736853BBD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80142751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C8A16490-7A25-479D-8887-224357329F51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E5F69457-834C-4B3E-AF4C-CDBC7D6FC8A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C135A83-4349-4D19-A851-56FC171B943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7980711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EABDE6FE-819A-4678-A6E8-009E38A1A56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4" name="Text Placeholder 140">
            <a:extLst>
              <a:ext uri="{FF2B5EF4-FFF2-40B4-BE49-F238E27FC236}">
                <a16:creationId xmlns:a16="http://schemas.microsoft.com/office/drawing/2014/main" id="{FD7259D0-6B32-4DE1-8F13-A21A1C988BF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D42A6F0E-E106-4C5B-90DE-D6097D2850F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2631841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60928" t="-30644" r="-107570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8" name="Text Placeholder 140">
            <a:extLst>
              <a:ext uri="{FF2B5EF4-FFF2-40B4-BE49-F238E27FC236}">
                <a16:creationId xmlns:a16="http://schemas.microsoft.com/office/drawing/2014/main" id="{4CE4066F-5CB1-43C1-8385-16A6CA0296A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7C590671-A7C1-4FD2-8937-335D342E21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889808556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22106" t="-35294" r="-54327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C88C7B38-255E-4D79-80C8-2A025E1CFAC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C7B1783-9A42-4500-B3D5-978D81F0206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717561155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5179" t="-40292" r="-67666" b="-4637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B37A7C5F-6C97-4907-9B6E-CAD54B542D5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89411580-DB87-4A03-8CAA-0596920BA9B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27656962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6836" t="-3166" r="-52387" b="-5787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47EAFC36-6B42-4718-B950-E73D679183E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2C5AC15-2F83-4DFF-A7D6-FDC451DF0F7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920419924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7082" t="-12072" r="-54824" b="-15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3" name="Text Placeholder 140">
            <a:extLst>
              <a:ext uri="{FF2B5EF4-FFF2-40B4-BE49-F238E27FC236}">
                <a16:creationId xmlns:a16="http://schemas.microsoft.com/office/drawing/2014/main" id="{9A35FC83-B4F8-4E38-8B51-53931CF7E2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59D845B7-610D-45D7-886B-50A578383BF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81920816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0012" t="-12876" r="-48014" b="-132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97A5019C-6BF2-4398-8DAA-FF283C94EA0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47F16148-6109-4250-8F2B-85B5C621F02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55453532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3571" t="-17583" r="-76930" b="-3028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77A3F8CD-5F2E-491B-926F-DCC7B4CAEC7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495759F-BC16-45E8-9CE1-BF7AC6B52D0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484752251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9968" t="-3581" r="-35868" b="-881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3" name="Text Placeholder 140">
            <a:extLst>
              <a:ext uri="{FF2B5EF4-FFF2-40B4-BE49-F238E27FC236}">
                <a16:creationId xmlns:a16="http://schemas.microsoft.com/office/drawing/2014/main" id="{06AF1983-185F-47DE-98ED-8E65C1C77DF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8D9D2841-CD85-42CB-9788-F269FA32FEC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61214058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Title and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8" y="1532415"/>
            <a:ext cx="11408407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25/7/21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309709862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8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25/7/21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6313741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9001401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25/7/21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16358" y="1532415"/>
            <a:ext cx="11408407" cy="4459190"/>
          </a:xfrm>
        </p:spPr>
        <p:txBody>
          <a:bodyPr numCol="2" spcCol="360000"/>
          <a:lstStyle>
            <a:lvl1pPr>
              <a:defRPr/>
            </a:lvl1pPr>
          </a:lstStyle>
          <a:p>
            <a:pPr lvl="0"/>
            <a:r>
              <a:rPr lang="en-AU" noProof="0" dirty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93249174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Three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25/7/21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8" y="1532415"/>
            <a:ext cx="11408407" cy="4459189"/>
          </a:xfrm>
        </p:spPr>
        <p:txBody>
          <a:bodyPr numCol="3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3440542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7559430" cy="592453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6447022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7" name="Picture Placeholder 8">
            <a:extLst>
              <a:ext uri="{FF2B5EF4-FFF2-40B4-BE49-F238E27FC236}">
                <a16:creationId xmlns:a16="http://schemas.microsoft.com/office/drawing/2014/main" id="{2DF14112-10F2-4A1F-8E84-625C042A78AF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8136900" y="433468"/>
            <a:ext cx="3621629" cy="5739039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5545" t="-2787" r="-25545" b="-2787"/>
            </a:stretch>
          </a:blip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image of presenter</a:t>
            </a:r>
          </a:p>
        </p:txBody>
      </p:sp>
      <p:sp>
        <p:nvSpPr>
          <p:cNvPr id="10" name="Media Placeholder 5">
            <a:extLst>
              <a:ext uri="{FF2B5EF4-FFF2-40B4-BE49-F238E27FC236}">
                <a16:creationId xmlns:a16="http://schemas.microsoft.com/office/drawing/2014/main" id="{D4618085-6A58-496C-A30D-555A1C153755}"/>
              </a:ext>
            </a:extLst>
          </p:cNvPr>
          <p:cNvSpPr>
            <a:spLocks noGrp="1"/>
          </p:cNvSpPr>
          <p:nvPr>
            <p:ph type="media" sz="quarter" idx="17" hasCustomPrompt="1"/>
          </p:nvPr>
        </p:nvSpPr>
        <p:spPr>
          <a:xfrm>
            <a:off x="433469" y="2124868"/>
            <a:ext cx="7442318" cy="4047639"/>
          </a:xfrm>
          <a:solidFill>
            <a:schemeClr val="bg1">
              <a:lumMod val="85000"/>
            </a:schemeClr>
          </a:solidFill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video 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48E018D-B91E-4FCF-8E3D-E1119B796B64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25/7/21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0674060-CB40-4866-BC46-412241E584C8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44373596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59" y="433469"/>
            <a:ext cx="4829371" cy="573903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4B5C923-130F-4CE2-B289-D278C823149A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2AA6262-DA14-43FE-B7AA-479C75CB9FFA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25/7/21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2F1FC4A-C989-4916-B28D-469943DEEFD4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746289510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3894165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6CEFDF54-79BF-4A62-9A89-30BB4DEA2C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BF7CC0-017F-45FE-92AB-638C82778A12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D5D96E0D-0308-450C-A1B8-18356D2C1715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929160" y="433470"/>
            <a:ext cx="4829370" cy="278970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7" name="Picture Placeholder 8">
            <a:extLst>
              <a:ext uri="{FF2B5EF4-FFF2-40B4-BE49-F238E27FC236}">
                <a16:creationId xmlns:a16="http://schemas.microsoft.com/office/drawing/2014/main" id="{84117D5A-86B7-4AD4-AEA3-09FD38F3CFB8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AF26E98-E7B3-401C-BBD3-44AED288710C}"/>
              </a:ext>
            </a:extLst>
          </p:cNvPr>
          <p:cNvSpPr>
            <a:spLocks noGrp="1"/>
          </p:cNvSpPr>
          <p:nvPr>
            <p:ph type="dt" sz="half" idx="25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25/7/21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353FC3F-C9AF-4833-9D51-51399AED917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4102397365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A715146-2554-48EE-B19F-EB08682D4D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0DA04E8-A36A-4835-AEDD-DEE7F9EE0FA4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1" name="Picture Placeholder 8">
            <a:extLst>
              <a:ext uri="{FF2B5EF4-FFF2-40B4-BE49-F238E27FC236}">
                <a16:creationId xmlns:a16="http://schemas.microsoft.com/office/drawing/2014/main" id="{2EBC3B63-F8E6-4CD5-A3CE-0A68BD6D24E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" name="Picture Placeholder 8">
            <a:extLst>
              <a:ext uri="{FF2B5EF4-FFF2-40B4-BE49-F238E27FC236}">
                <a16:creationId xmlns:a16="http://schemas.microsoft.com/office/drawing/2014/main" id="{E739982C-B3F1-49FA-A015-50C5BA9FD40B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3" name="Picture Placeholder 8">
            <a:extLst>
              <a:ext uri="{FF2B5EF4-FFF2-40B4-BE49-F238E27FC236}">
                <a16:creationId xmlns:a16="http://schemas.microsoft.com/office/drawing/2014/main" id="{31841E0A-6DB9-42D0-BD80-57DE7F80C2ED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9465648" y="433469"/>
            <a:ext cx="2292882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D3F4A80-45A0-4953-8364-5BB35BEE19EA}"/>
              </a:ext>
            </a:extLst>
          </p:cNvPr>
          <p:cNvSpPr>
            <a:spLocks noGrp="1"/>
          </p:cNvSpPr>
          <p:nvPr>
            <p:ph type="dt" sz="half" idx="2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25/7/21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49BD119-1E9F-42C8-BBE3-BA1D5B3AB4DB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22627533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543F44-FB67-4998-BE74-154B2E1079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CC5649-0B68-4930-83FB-57F771940674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1A6C2717-A40C-4B91-A59E-476ABCBFA49D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7" name="Picture Placeholder 8">
            <a:extLst>
              <a:ext uri="{FF2B5EF4-FFF2-40B4-BE49-F238E27FC236}">
                <a16:creationId xmlns:a16="http://schemas.microsoft.com/office/drawing/2014/main" id="{E5CE3F13-4F10-496E-9AF5-EB9AD5EEB8CD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8" name="Picture Placeholder 8">
            <a:extLst>
              <a:ext uri="{FF2B5EF4-FFF2-40B4-BE49-F238E27FC236}">
                <a16:creationId xmlns:a16="http://schemas.microsoft.com/office/drawing/2014/main" id="{4F400719-C365-4225-A532-5F986A18ECA4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56458" y="433469"/>
            <a:ext cx="2302072" cy="133183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9" name="Picture Placeholder 8">
            <a:extLst>
              <a:ext uri="{FF2B5EF4-FFF2-40B4-BE49-F238E27FC236}">
                <a16:creationId xmlns:a16="http://schemas.microsoft.com/office/drawing/2014/main" id="{2B1DF00D-30B2-490C-B3B2-6E92730487D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456458" y="1953366"/>
            <a:ext cx="2302072" cy="127350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6AADCC63-20FE-4D59-BB93-369A8D612D40}"/>
              </a:ext>
            </a:extLst>
          </p:cNvPr>
          <p:cNvSpPr>
            <a:spLocks noGrp="1"/>
          </p:cNvSpPr>
          <p:nvPr>
            <p:ph type="dt" sz="half" idx="26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25/7/21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4F80D9D-A3A2-4222-913D-0FD981A9D57E}"/>
              </a:ext>
            </a:extLst>
          </p:cNvPr>
          <p:cNvSpPr>
            <a:spLocks noGrp="1"/>
          </p:cNvSpPr>
          <p:nvPr>
            <p:ph type="sldNum" sz="quarter" idx="27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3109012553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33470" y="433470"/>
            <a:ext cx="11325062" cy="5991061"/>
          </a:xfrm>
          <a:solidFill>
            <a:schemeClr val="bg1">
              <a:lumMod val="85000"/>
            </a:schemeClr>
          </a:solidFill>
        </p:spPr>
        <p:txBody>
          <a:bodyPr lIns="936000" tIns="180000" rIns="180000" bIns="180000">
            <a:normAutofit/>
          </a:bodyPr>
          <a:lstStyle>
            <a:lvl1pPr algn="l"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8" name="Text Placeholder 135">
            <a:extLst>
              <a:ext uri="{FF2B5EF4-FFF2-40B4-BE49-F238E27FC236}">
                <a16:creationId xmlns:a16="http://schemas.microsoft.com/office/drawing/2014/main" id="{0C3C7B2F-708A-4AE4-81D4-A81DA4A14F40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433470" y="433470"/>
            <a:ext cx="720000" cy="72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313784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 marL="0" indent="0">
              <a:buNone/>
              <a:defRPr sz="2000" b="0">
                <a:solidFill>
                  <a:schemeClr val="bg1"/>
                </a:solidFill>
              </a:defRPr>
            </a:lvl3pPr>
            <a:lvl4pPr>
              <a:defRPr sz="2000" b="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 b="0">
                <a:solidFill>
                  <a:schemeClr val="bg1"/>
                </a:solidFill>
              </a:defRPr>
            </a:lvl6pPr>
            <a:lvl7pPr>
              <a:defRPr sz="2000" b="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Use this for dark images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945656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2000">
                <a:solidFill>
                  <a:schemeClr val="tx2"/>
                </a:solidFill>
              </a:defRPr>
            </a:lvl2pPr>
            <a:lvl3pPr marL="0" indent="0">
              <a:buNone/>
              <a:defRPr sz="2000" b="0">
                <a:solidFill>
                  <a:schemeClr val="tx2"/>
                </a:solidFill>
              </a:defRPr>
            </a:lvl3pPr>
            <a:lvl4pPr>
              <a:defRPr sz="2000" b="0">
                <a:solidFill>
                  <a:schemeClr val="tx2"/>
                </a:solidFill>
              </a:defRPr>
            </a:lvl4pPr>
            <a:lvl5pPr>
              <a:defRPr sz="2000" b="0">
                <a:solidFill>
                  <a:schemeClr val="tx2"/>
                </a:solidFill>
              </a:defRPr>
            </a:lvl5pPr>
            <a:lvl6pPr>
              <a:defRPr sz="2000" b="0">
                <a:solidFill>
                  <a:schemeClr val="tx2"/>
                </a:solidFill>
              </a:defRPr>
            </a:lvl6pPr>
            <a:lvl7pPr>
              <a:defRPr sz="2000" b="0">
                <a:solidFill>
                  <a:schemeClr val="tx2"/>
                </a:solidFill>
              </a:defRPr>
            </a:lvl7pPr>
            <a:lvl8pPr>
              <a:defRPr sz="2000">
                <a:solidFill>
                  <a:schemeClr val="tx2"/>
                </a:solidFill>
              </a:defRPr>
            </a:lvl8pPr>
            <a:lvl9pPr>
              <a:defRPr sz="20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Use this for light images</a:t>
            </a:r>
            <a:br>
              <a:rPr lang="en-AU" noProof="0" dirty="0"/>
            </a:br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8352491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64" name="Title 63">
            <a:extLst>
              <a:ext uri="{FF2B5EF4-FFF2-40B4-BE49-F238E27FC236}">
                <a16:creationId xmlns:a16="http://schemas.microsoft.com/office/drawing/2014/main" id="{6588F683-12EB-403B-8215-D3E8334816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82185188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.xml"/><Relationship Id="rId13" Type="http://schemas.openxmlformats.org/officeDocument/2006/relationships/slideLayout" Target="../slideLayouts/slideLayout34.xml"/><Relationship Id="rId18" Type="http://schemas.openxmlformats.org/officeDocument/2006/relationships/slideLayout" Target="../slideLayouts/slideLayout39.xml"/><Relationship Id="rId3" Type="http://schemas.openxmlformats.org/officeDocument/2006/relationships/slideLayout" Target="../slideLayouts/slideLayout24.xml"/><Relationship Id="rId21" Type="http://schemas.openxmlformats.org/officeDocument/2006/relationships/slideLayout" Target="../slideLayouts/slideLayout42.xml"/><Relationship Id="rId7" Type="http://schemas.openxmlformats.org/officeDocument/2006/relationships/slideLayout" Target="../slideLayouts/slideLayout28.xml"/><Relationship Id="rId12" Type="http://schemas.openxmlformats.org/officeDocument/2006/relationships/slideLayout" Target="../slideLayouts/slideLayout33.xml"/><Relationship Id="rId17" Type="http://schemas.openxmlformats.org/officeDocument/2006/relationships/slideLayout" Target="../slideLayouts/slideLayout38.xml"/><Relationship Id="rId25" Type="http://schemas.openxmlformats.org/officeDocument/2006/relationships/theme" Target="../theme/theme2.xml"/><Relationship Id="rId2" Type="http://schemas.openxmlformats.org/officeDocument/2006/relationships/slideLayout" Target="../slideLayouts/slideLayout23.xml"/><Relationship Id="rId16" Type="http://schemas.openxmlformats.org/officeDocument/2006/relationships/slideLayout" Target="../slideLayouts/slideLayout37.xml"/><Relationship Id="rId20" Type="http://schemas.openxmlformats.org/officeDocument/2006/relationships/slideLayout" Target="../slideLayouts/slideLayout41.xml"/><Relationship Id="rId1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7.xml"/><Relationship Id="rId11" Type="http://schemas.openxmlformats.org/officeDocument/2006/relationships/slideLayout" Target="../slideLayouts/slideLayout32.xml"/><Relationship Id="rId24" Type="http://schemas.openxmlformats.org/officeDocument/2006/relationships/slideLayout" Target="../slideLayouts/slideLayout45.xml"/><Relationship Id="rId5" Type="http://schemas.openxmlformats.org/officeDocument/2006/relationships/slideLayout" Target="../slideLayouts/slideLayout26.xml"/><Relationship Id="rId15" Type="http://schemas.openxmlformats.org/officeDocument/2006/relationships/slideLayout" Target="../slideLayouts/slideLayout36.xml"/><Relationship Id="rId23" Type="http://schemas.openxmlformats.org/officeDocument/2006/relationships/slideLayout" Target="../slideLayouts/slideLayout44.xml"/><Relationship Id="rId10" Type="http://schemas.openxmlformats.org/officeDocument/2006/relationships/slideLayout" Target="../slideLayouts/slideLayout31.xml"/><Relationship Id="rId19" Type="http://schemas.openxmlformats.org/officeDocument/2006/relationships/slideLayout" Target="../slideLayouts/slideLayout40.xml"/><Relationship Id="rId4" Type="http://schemas.openxmlformats.org/officeDocument/2006/relationships/slideLayout" Target="../slideLayouts/slideLayout25.xml"/><Relationship Id="rId9" Type="http://schemas.openxmlformats.org/officeDocument/2006/relationships/slideLayout" Target="../slideLayouts/slideLayout30.xml"/><Relationship Id="rId14" Type="http://schemas.openxmlformats.org/officeDocument/2006/relationships/slideLayout" Target="../slideLayouts/slideLayout35.xml"/><Relationship Id="rId22" Type="http://schemas.openxmlformats.org/officeDocument/2006/relationships/slideLayout" Target="../slideLayouts/slideLayout4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3.xml"/><Relationship Id="rId3" Type="http://schemas.openxmlformats.org/officeDocument/2006/relationships/slideLayout" Target="../slideLayouts/slideLayout48.xml"/><Relationship Id="rId7" Type="http://schemas.openxmlformats.org/officeDocument/2006/relationships/slideLayout" Target="../slideLayouts/slideLayout52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47.xml"/><Relationship Id="rId1" Type="http://schemas.openxmlformats.org/officeDocument/2006/relationships/slideLayout" Target="../slideLayouts/slideLayout46.xml"/><Relationship Id="rId6" Type="http://schemas.openxmlformats.org/officeDocument/2006/relationships/slideLayout" Target="../slideLayouts/slideLayout51.xml"/><Relationship Id="rId11" Type="http://schemas.openxmlformats.org/officeDocument/2006/relationships/slideLayout" Target="../slideLayouts/slideLayout56.xml"/><Relationship Id="rId5" Type="http://schemas.openxmlformats.org/officeDocument/2006/relationships/slideLayout" Target="../slideLayouts/slideLayout50.xml"/><Relationship Id="rId10" Type="http://schemas.openxmlformats.org/officeDocument/2006/relationships/slideLayout" Target="../slideLayouts/slideLayout55.xml"/><Relationship Id="rId4" Type="http://schemas.openxmlformats.org/officeDocument/2006/relationships/slideLayout" Target="../slideLayouts/slideLayout49.xml"/><Relationship Id="rId9" Type="http://schemas.openxmlformats.org/officeDocument/2006/relationships/slideLayout" Target="../slideLayouts/slideLayout5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6" y="1532415"/>
            <a:ext cx="11408409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25/7/21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16357" y="6172501"/>
            <a:ext cx="803542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59" y="6172501"/>
            <a:ext cx="846000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2748335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666" r:id="rId2"/>
    <p:sldLayoutId id="2147483663" r:id="rId3"/>
    <p:sldLayoutId id="2147483765" r:id="rId4"/>
    <p:sldLayoutId id="2147483766" r:id="rId5"/>
    <p:sldLayoutId id="2147483667" r:id="rId6"/>
    <p:sldLayoutId id="2147483713" r:id="rId7"/>
    <p:sldLayoutId id="2147483668" r:id="rId8"/>
    <p:sldLayoutId id="2147483669" r:id="rId9"/>
    <p:sldLayoutId id="2147483649" r:id="rId10"/>
    <p:sldLayoutId id="2147483656" r:id="rId11"/>
    <p:sldLayoutId id="2147483658" r:id="rId12"/>
    <p:sldLayoutId id="2147483767" r:id="rId13"/>
    <p:sldLayoutId id="2147483670" r:id="rId14"/>
    <p:sldLayoutId id="2147483672" r:id="rId15"/>
    <p:sldLayoutId id="2147483673" r:id="rId16"/>
    <p:sldLayoutId id="2147483674" r:id="rId17"/>
    <p:sldLayoutId id="2147483675" r:id="rId18"/>
    <p:sldLayoutId id="2147483676" r:id="rId19"/>
    <p:sldLayoutId id="2147483671" r:id="rId20"/>
    <p:sldLayoutId id="2147483769" r:id="rId2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8" y="1532415"/>
            <a:ext cx="11408407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25/7/21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428765" y="6172501"/>
            <a:ext cx="692301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60" y="6172501"/>
            <a:ext cx="75368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4378518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4" r:id="rId1"/>
    <p:sldLayoutId id="2147483744" r:id="rId2"/>
    <p:sldLayoutId id="2147483745" r:id="rId3"/>
    <p:sldLayoutId id="2147483746" r:id="rId4"/>
    <p:sldLayoutId id="2147483747" r:id="rId5"/>
    <p:sldLayoutId id="2147483748" r:id="rId6"/>
    <p:sldLayoutId id="2147483749" r:id="rId7"/>
    <p:sldLayoutId id="2147483750" r:id="rId8"/>
    <p:sldLayoutId id="2147483735" r:id="rId9"/>
    <p:sldLayoutId id="2147483751" r:id="rId10"/>
    <p:sldLayoutId id="2147483752" r:id="rId11"/>
    <p:sldLayoutId id="2147483753" r:id="rId12"/>
    <p:sldLayoutId id="2147483754" r:id="rId13"/>
    <p:sldLayoutId id="2147483755" r:id="rId14"/>
    <p:sldLayoutId id="2147483756" r:id="rId15"/>
    <p:sldLayoutId id="2147483757" r:id="rId16"/>
    <p:sldLayoutId id="2147483743" r:id="rId17"/>
    <p:sldLayoutId id="2147483758" r:id="rId18"/>
    <p:sldLayoutId id="2147483759" r:id="rId19"/>
    <p:sldLayoutId id="2147483760" r:id="rId20"/>
    <p:sldLayoutId id="2147483761" r:id="rId21"/>
    <p:sldLayoutId id="2147483762" r:id="rId22"/>
    <p:sldLayoutId id="2147483763" r:id="rId23"/>
    <p:sldLayoutId id="2147483764" r:id="rId2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9E096F91-AD99-4C52-895F-5F73C9ACDCD8}"/>
              </a:ext>
            </a:extLst>
          </p:cNvPr>
          <p:cNvSpPr/>
          <p:nvPr userDrawn="1"/>
        </p:nvSpPr>
        <p:spPr>
          <a:xfrm>
            <a:off x="6097" y="0"/>
            <a:ext cx="6433456" cy="2650285"/>
          </a:xfrm>
          <a:custGeom>
            <a:avLst/>
            <a:gdLst>
              <a:gd name="connsiteX0" fmla="*/ 0 w 6433456"/>
              <a:gd name="connsiteY0" fmla="*/ 0 h 2650285"/>
              <a:gd name="connsiteX1" fmla="*/ 6185409 w 6433456"/>
              <a:gd name="connsiteY1" fmla="*/ 0 h 2650285"/>
              <a:gd name="connsiteX2" fmla="*/ 6433456 w 6433456"/>
              <a:gd name="connsiteY2" fmla="*/ 924909 h 2650285"/>
              <a:gd name="connsiteX3" fmla="*/ 0 w 6433456"/>
              <a:gd name="connsiteY3" fmla="*/ 2650285 h 2650285"/>
              <a:gd name="connsiteX4" fmla="*/ 0 w 6433456"/>
              <a:gd name="connsiteY4" fmla="*/ 0 h 2650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33456" h="2650285">
                <a:moveTo>
                  <a:pt x="0" y="0"/>
                </a:moveTo>
                <a:lnTo>
                  <a:pt x="6185409" y="0"/>
                </a:lnTo>
                <a:lnTo>
                  <a:pt x="6433456" y="924909"/>
                </a:lnTo>
                <a:lnTo>
                  <a:pt x="0" y="2650285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20000"/>
              <a:lumOff val="80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8" y="1532415"/>
            <a:ext cx="11408407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25/7/21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428765" y="6172501"/>
            <a:ext cx="692301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60" y="6172501"/>
            <a:ext cx="75368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8644873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9" r:id="rId1"/>
    <p:sldLayoutId id="2147483720" r:id="rId2"/>
    <p:sldLayoutId id="2147483721" r:id="rId3"/>
    <p:sldLayoutId id="2147483722" r:id="rId4"/>
    <p:sldLayoutId id="2147483768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2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8.png"/><Relationship Id="rId5" Type="http://schemas.openxmlformats.org/officeDocument/2006/relationships/image" Target="../media/image17.jpeg"/><Relationship Id="rId4" Type="http://schemas.openxmlformats.org/officeDocument/2006/relationships/image" Target="../media/image1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Relationship Id="rId4" Type="http://schemas.openxmlformats.org/officeDocument/2006/relationships/hyperlink" Target="https://developer.android.com/guide/components/fundamentals" TargetMode="Externa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hyperlink" Target="https://developer.android.com/studio" TargetMode="Externa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6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slideLayout" Target="../slideLayouts/slideLayout6.xml"/><Relationship Id="rId1" Type="http://schemas.openxmlformats.org/officeDocument/2006/relationships/video" Target="https://www.youtube.com/embed/KytixXMDVk8?feature=oembed" TargetMode="Externa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Relationship Id="rId5" Type="http://schemas.openxmlformats.org/officeDocument/2006/relationships/hyperlink" Target="https://developer.android.com/studio/debug/am-video" TargetMode="External"/><Relationship Id="rId4" Type="http://schemas.openxmlformats.org/officeDocument/2006/relationships/image" Target="../media/image39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studio/build" TargetMode="External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7.xml"/><Relationship Id="rId4" Type="http://schemas.openxmlformats.org/officeDocument/2006/relationships/hyperlink" Target="https://developer.android.com/studio/releases/gradle-plugin" TargetMode="Externa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7.xml"/><Relationship Id="rId5" Type="http://schemas.openxmlformats.org/officeDocument/2006/relationships/hyperlink" Target="https://jakewharton.github.io/butterknife/" TargetMode="External"/><Relationship Id="rId4" Type="http://schemas.openxmlformats.org/officeDocument/2006/relationships/hyperlink" Target="https://github.com/JakeWharton/butterknife" TargetMode="Externa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5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hyperlink" Target="https://developer.android.com/topic/libraries/view-binding" TargetMode="External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3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56.png"/><Relationship Id="rId4" Type="http://schemas.openxmlformats.org/officeDocument/2006/relationships/image" Target="../media/image55.png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5" Type="http://schemas.openxmlformats.org/officeDocument/2006/relationships/hyperlink" Target="https://developer.android.com/reference/android/content/Intent" TargetMode="External"/><Relationship Id="rId4" Type="http://schemas.openxmlformats.org/officeDocument/2006/relationships/image" Target="../media/image58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0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3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guide/components/intents-filters" TargetMode="Externa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6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guide" TargetMode="Externa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65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6.xml"/><Relationship Id="rId4" Type="http://schemas.openxmlformats.org/officeDocument/2006/relationships/hyperlink" Target="https://developer.android.com/guide/components/fundamentals" TargetMode="Externa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image" Target="../media/image66.png"/><Relationship Id="rId7" Type="http://schemas.openxmlformats.org/officeDocument/2006/relationships/image" Target="../media/image69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Relationship Id="rId6" Type="http://schemas.openxmlformats.org/officeDocument/2006/relationships/hyperlink" Target="https://developer.android.com/guide/topics/ui/declaring-layout" TargetMode="External"/><Relationship Id="rId5" Type="http://schemas.openxmlformats.org/officeDocument/2006/relationships/image" Target="../media/image68.png"/><Relationship Id="rId10" Type="http://schemas.openxmlformats.org/officeDocument/2006/relationships/hyperlink" Target="https://developer.android.com/guide/topics/ui/layout/recyclerview" TargetMode="External"/><Relationship Id="rId4" Type="http://schemas.openxmlformats.org/officeDocument/2006/relationships/image" Target="../media/image67.png"/><Relationship Id="rId9" Type="http://schemas.openxmlformats.org/officeDocument/2006/relationships/image" Target="../media/image71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Relationship Id="rId6" Type="http://schemas.openxmlformats.org/officeDocument/2006/relationships/hyperlink" Target="https://developer.android.com/guide/components/fragments" TargetMode="External"/><Relationship Id="rId5" Type="http://schemas.openxmlformats.org/officeDocument/2006/relationships/image" Target="../media/image73.png"/><Relationship Id="rId4" Type="http://schemas.openxmlformats.org/officeDocument/2006/relationships/hyperlink" Target="https://developer.android.com/guide/components/activities/activity-lifecycle" TargetMode="Externa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7" Type="http://schemas.openxmlformats.org/officeDocument/2006/relationships/hyperlink" Target="https://developer.android.com/guide/components/activities/tasks-and-back-stack" TargetMode="Externa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7.png"/><Relationship Id="rId5" Type="http://schemas.openxmlformats.org/officeDocument/2006/relationships/image" Target="../media/image76.png"/><Relationship Id="rId4" Type="http://schemas.openxmlformats.org/officeDocument/2006/relationships/image" Target="../media/image75.png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hyperlink" Target="https://git-scm.com/" TargetMode="Externa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8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Relationship Id="rId6" Type="http://schemas.openxmlformats.org/officeDocument/2006/relationships/hyperlink" Target="https://github.com/git-guides/install-git" TargetMode="External"/><Relationship Id="rId5" Type="http://schemas.openxmlformats.org/officeDocument/2006/relationships/hyperlink" Target="https://www.atlassian.com/git/tutorials/install-git" TargetMode="External"/><Relationship Id="rId4" Type="http://schemas.openxmlformats.org/officeDocument/2006/relationships/image" Target="../media/image80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Relationship Id="rId4" Type="http://schemas.openxmlformats.org/officeDocument/2006/relationships/hyperlink" Target="https://confluence.atlassian.com/bitbucketserver/creating-ssh-keys-776639788.html" TargetMode="Externa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Relationship Id="rId6" Type="http://schemas.openxmlformats.org/officeDocument/2006/relationships/hyperlink" Target="https://confluence.atlassian.com/bitbucket/set-up-an-ssh-key-728138079.html" TargetMode="External"/><Relationship Id="rId5" Type="http://schemas.openxmlformats.org/officeDocument/2006/relationships/hyperlink" Target="https://help.github.com/en/enterprise/2.15/user/articles/adding-a-new-ssh-key-to-your-github-account" TargetMode="External"/><Relationship Id="rId4" Type="http://schemas.openxmlformats.org/officeDocument/2006/relationships/image" Target="../media/image83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Relationship Id="rId5" Type="http://schemas.openxmlformats.org/officeDocument/2006/relationships/hyperlink" Target="https://github.com/" TargetMode="External"/><Relationship Id="rId4" Type="http://schemas.openxmlformats.org/officeDocument/2006/relationships/image" Target="../media/image85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89.png"/><Relationship Id="rId4" Type="http://schemas.openxmlformats.org/officeDocument/2006/relationships/image" Target="../media/image88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91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93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hyperlink" Target="https://git-scm.com/docs/gittutorial" TargetMode="External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6.xml"/><Relationship Id="rId5" Type="http://schemas.openxmlformats.org/officeDocument/2006/relationships/hyperlink" Target="https://try.github.io/" TargetMode="External"/><Relationship Id="rId4" Type="http://schemas.openxmlformats.org/officeDocument/2006/relationships/hyperlink" Target="https://www.atlassian.com/git/tutorials/setting-up-a-repository" TargetMode="Externa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>
            <a:extLst>
              <a:ext uri="{FF2B5EF4-FFF2-40B4-BE49-F238E27FC236}">
                <a16:creationId xmlns:a16="http://schemas.microsoft.com/office/drawing/2014/main" id="{62FC2E14-24A9-4C48-BA13-A2E74B0AAD2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00062" y="2123791"/>
            <a:ext cx="4772203" cy="1478010"/>
          </a:xfrm>
        </p:spPr>
        <p:txBody>
          <a:bodyPr/>
          <a:lstStyle/>
          <a:p>
            <a:r>
              <a:rPr lang="en-AU" dirty="0"/>
              <a:t>COMP90018</a:t>
            </a:r>
            <a:br>
              <a:rPr lang="en-AU" dirty="0"/>
            </a:br>
            <a:r>
              <a:rPr lang="en-AU" sz="2400" dirty="0"/>
              <a:t>Mobile Computing Systems Programming</a:t>
            </a:r>
            <a:endParaRPr lang="en-AU" dirty="0"/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6361E6A6-BA53-48F9-8469-A76DD1981406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437938" y="6172200"/>
            <a:ext cx="754062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</a:t>
            </a:fld>
            <a:endParaRPr lang="en-AU" noProof="0"/>
          </a:p>
        </p:txBody>
      </p:sp>
      <p:pic>
        <p:nvPicPr>
          <p:cNvPr id="9" name="Picture Placeholder 8">
            <a:extLst>
              <a:ext uri="{FF2B5EF4-FFF2-40B4-BE49-F238E27FC236}">
                <a16:creationId xmlns:a16="http://schemas.microsoft.com/office/drawing/2014/main" id="{FE6862DE-29D9-4685-93A7-4EBCF50A33F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11" name="Subtitle 2">
            <a:extLst>
              <a:ext uri="{FF2B5EF4-FFF2-40B4-BE49-F238E27FC236}">
                <a16:creationId xmlns:a16="http://schemas.microsoft.com/office/drawing/2014/main" id="{02DE64EB-6651-40E1-94BC-1E4AF0E80B5C}"/>
              </a:ext>
            </a:extLst>
          </p:cNvPr>
          <p:cNvSpPr txBox="1">
            <a:spLocks/>
          </p:cNvSpPr>
          <p:nvPr/>
        </p:nvSpPr>
        <p:spPr>
          <a:xfrm>
            <a:off x="500061" y="3601801"/>
            <a:ext cx="5190525" cy="766013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vert="horz" wrap="square" lIns="90000" tIns="90000" rIns="90000" bIns="9000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200"/>
              </a:spcAft>
              <a:buFont typeface="Arial" panose="020B0604020202020204" pitchFamily="34" charset="0"/>
              <a:buNone/>
              <a:defRPr sz="3800" b="1" kern="120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2400"/>
              </a:spcBef>
              <a:buFont typeface="Arial" panose="020B0604020202020204" pitchFamily="34" charset="0"/>
              <a:buNone/>
              <a:defRPr sz="20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None/>
              <a:defRPr sz="1800" b="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16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sz="2000" b="0" dirty="0"/>
              <a:t>WEEK 1 – Introduction, Android Studio, Git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7B96AF29-1204-43DA-B563-F4BDDCBFBD4B}"/>
              </a:ext>
            </a:extLst>
          </p:cNvPr>
          <p:cNvSpPr txBox="1">
            <a:spLocks/>
          </p:cNvSpPr>
          <p:nvPr/>
        </p:nvSpPr>
        <p:spPr>
          <a:xfrm>
            <a:off x="500061" y="4713415"/>
            <a:ext cx="4772203" cy="766013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vert="horz" wrap="square" lIns="90000" tIns="90000" rIns="90000" bIns="9000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200"/>
              </a:spcAft>
              <a:buFont typeface="Arial" panose="020B0604020202020204" pitchFamily="34" charset="0"/>
              <a:buNone/>
              <a:defRPr sz="3800" b="1" kern="120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2400"/>
              </a:spcBef>
              <a:buFont typeface="Arial" panose="020B0604020202020204" pitchFamily="34" charset="0"/>
              <a:buNone/>
              <a:defRPr sz="20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None/>
              <a:defRPr sz="1800" b="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16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CN" sz="1400" b="0" dirty="0"/>
              <a:t>Weiwei</a:t>
            </a:r>
            <a:r>
              <a:rPr lang="zh-CN" altLang="en-US" sz="1400" b="0" dirty="0"/>
              <a:t> </a:t>
            </a:r>
            <a:r>
              <a:rPr lang="en-US" altLang="zh-CN" sz="1400" b="0" dirty="0"/>
              <a:t>Jiang</a:t>
            </a:r>
            <a:r>
              <a:rPr lang="en-AU" sz="1400" b="0" dirty="0"/>
              <a:t>, </a:t>
            </a:r>
          </a:p>
          <a:p>
            <a:r>
              <a:rPr lang="en-US" altLang="zh-CN" sz="1400" b="0" dirty="0" err="1"/>
              <a:t>weiwei.jiang</a:t>
            </a:r>
            <a:r>
              <a:rPr lang="en-AU" sz="1400" b="0" dirty="0"/>
              <a:t>@student.unimelb.edu.au</a:t>
            </a:r>
          </a:p>
        </p:txBody>
      </p:sp>
    </p:spTree>
    <p:extLst>
      <p:ext uri="{BB962C8B-B14F-4D97-AF65-F5344CB8AC3E}">
        <p14:creationId xmlns:p14="http://schemas.microsoft.com/office/powerpoint/2010/main" val="2851894839"/>
      </p:ext>
    </p:extLst>
  </p:cSld>
  <p:clrMapOvr>
    <a:masterClrMapping/>
  </p:clrMapOvr>
  <p:transition spd="slow">
    <p:push dir="u"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1EFB22-98A7-4F3C-A570-7B79A9A252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About myself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EBBFA93-01F9-46CF-86E0-1030634D65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</a:t>
            </a:fld>
            <a:endParaRPr lang="en-AU" noProof="0"/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0242FEFD-5831-48EA-9789-F0E15ECE4298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1428765" y="1618260"/>
            <a:ext cx="9531294" cy="4554241"/>
          </a:xfrm>
        </p:spPr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sz="2400" dirty="0"/>
              <a:t>Weiwei Jiang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AU" sz="2400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sz="2400" dirty="0"/>
              <a:t>A PhD student from Human-Computer Interaction group, CIS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AU" sz="2400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sz="2400" dirty="0"/>
              <a:t>Contact: </a:t>
            </a:r>
            <a:r>
              <a:rPr lang="en-AU" sz="2400" dirty="0" err="1"/>
              <a:t>weiwei.jiang@student.unimelb.edu.au</a:t>
            </a:r>
            <a:endParaRPr lang="en-AU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AU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676803403"/>
      </p:ext>
    </p:extLst>
  </p:cSld>
  <p:clrMapOvr>
    <a:masterClrMapping/>
  </p:clrMapOvr>
  <p:transition spd="slow">
    <p:push dir="u"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1EFB22-98A7-4F3C-A570-7B79A9A252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Tutorial Brief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EBBFA93-01F9-46CF-86E0-1030634D65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</a:t>
            </a:fld>
            <a:endParaRPr lang="en-AU" noProof="0"/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0242FEFD-5831-48EA-9789-F0E15ECE4298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927109" y="1463262"/>
            <a:ext cx="9531294" cy="4554241"/>
          </a:xfrm>
        </p:spPr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sz="2400" dirty="0"/>
              <a:t>First 6 weeks for introducing Android development.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sz="2400" dirty="0"/>
              <a:t>From Week 7: help with Assignment 2.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AU" sz="2400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sz="2400" dirty="0"/>
              <a:t>Group assignment this week.</a:t>
            </a:r>
          </a:p>
          <a:p>
            <a:pPr marL="558900" lvl="1" indent="-342900"/>
            <a:r>
              <a:rPr lang="en-AU" sz="2400" dirty="0"/>
              <a:t>5 / 6 people per group. </a:t>
            </a:r>
          </a:p>
          <a:p>
            <a:pPr marL="558900" lvl="1" indent="-342900"/>
            <a:r>
              <a:rPr lang="en-AU" sz="2400" dirty="0"/>
              <a:t>Self sign-up yourself to a group in LMS. </a:t>
            </a:r>
          </a:p>
          <a:p>
            <a:pPr marL="558900" lvl="1" indent="-342900"/>
            <a:r>
              <a:rPr lang="en-AU" sz="2400" dirty="0"/>
              <a:t>Otherwise, you will be assigned to a group by next week.</a:t>
            </a:r>
          </a:p>
          <a:p>
            <a:pPr marL="558900" lvl="1" indent="-342900"/>
            <a:r>
              <a:rPr lang="en-AU" sz="2400" b="1" dirty="0"/>
              <a:t>Only</a:t>
            </a:r>
            <a:r>
              <a:rPr lang="en-AU" sz="2400" dirty="0"/>
              <a:t> choose </a:t>
            </a:r>
            <a:r>
              <a:rPr lang="en-AU" sz="2400" i="1" dirty="0"/>
              <a:t>Group (</a:t>
            </a:r>
            <a:r>
              <a:rPr lang="en-AU" sz="2400" i="1" dirty="0" err="1"/>
              <a:t>tutorial_code</a:t>
            </a:r>
            <a:r>
              <a:rPr lang="en-AU" sz="2400" i="1" dirty="0"/>
              <a:t>)-(</a:t>
            </a:r>
            <a:r>
              <a:rPr lang="en-AU" sz="2400" i="1" dirty="0" err="1"/>
              <a:t>group_number</a:t>
            </a:r>
            <a:r>
              <a:rPr lang="en-AU" sz="2400" i="1" dirty="0"/>
              <a:t>)</a:t>
            </a:r>
          </a:p>
          <a:p>
            <a:pPr marL="774900" lvl="2" indent="-342900"/>
            <a:r>
              <a:rPr lang="en-AU" sz="2400" i="1" dirty="0"/>
              <a:t>All group members </a:t>
            </a:r>
            <a:r>
              <a:rPr lang="en-AU" sz="2400" b="1" i="1" dirty="0"/>
              <a:t>must</a:t>
            </a:r>
            <a:r>
              <a:rPr lang="en-AU" sz="2400" i="1" dirty="0"/>
              <a:t> be from the same tutorial. </a:t>
            </a:r>
          </a:p>
          <a:p>
            <a:pPr marL="774900" lvl="2" indent="-342900"/>
            <a:r>
              <a:rPr lang="en-AU" sz="2400" i="1" dirty="0"/>
              <a:t>e.g., Group-T01/14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44D2989D-CE7A-964C-881A-F6FADB5726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3277895"/>
              </p:ext>
            </p:extLst>
          </p:nvPr>
        </p:nvGraphicFramePr>
        <p:xfrm>
          <a:off x="7970650" y="2169786"/>
          <a:ext cx="3294241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54250">
                  <a:extLst>
                    <a:ext uri="{9D8B030D-6E8A-4147-A177-3AD203B41FA5}">
                      <a16:colId xmlns:a16="http://schemas.microsoft.com/office/drawing/2014/main" val="18012906"/>
                    </a:ext>
                  </a:extLst>
                </a:gridCol>
                <a:gridCol w="1039991">
                  <a:extLst>
                    <a:ext uri="{9D8B030D-6E8A-4147-A177-3AD203B41FA5}">
                      <a16:colId xmlns:a16="http://schemas.microsoft.com/office/drawing/2014/main" val="266677447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CN" b="1" dirty="0">
                          <a:solidFill>
                            <a:sysClr val="windowText" lastClr="000000"/>
                          </a:solidFill>
                        </a:rPr>
                        <a:t>03:15PM Monday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CN" b="1" dirty="0">
                          <a:solidFill>
                            <a:sysClr val="windowText" lastClr="000000"/>
                          </a:solidFill>
                        </a:rPr>
                        <a:t>T01/14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407138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CN" b="1" dirty="0">
                          <a:solidFill>
                            <a:sysClr val="windowText" lastClr="000000"/>
                          </a:solidFill>
                        </a:rPr>
                        <a:t>04:15PM Monday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CN" b="1" dirty="0">
                          <a:solidFill>
                            <a:sysClr val="windowText" lastClr="000000"/>
                          </a:solidFill>
                        </a:rPr>
                        <a:t>T01/06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642743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CN" b="1" dirty="0">
                          <a:solidFill>
                            <a:sysClr val="windowText" lastClr="000000"/>
                          </a:solidFill>
                        </a:rPr>
                        <a:t>03:15PM Tuesday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CN" b="1" dirty="0">
                          <a:solidFill>
                            <a:sysClr val="windowText" lastClr="000000"/>
                          </a:solidFill>
                        </a:rPr>
                        <a:t>T01/18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369646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N" b="1" dirty="0">
                          <a:solidFill>
                            <a:sysClr val="windowText" lastClr="000000"/>
                          </a:solidFill>
                        </a:rPr>
                        <a:t>04:15PM Tuesday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N" b="1" dirty="0">
                          <a:solidFill>
                            <a:sysClr val="windowText" lastClr="000000"/>
                          </a:solidFill>
                        </a:rPr>
                        <a:t>T01/04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323456"/>
                  </a:ext>
                </a:extLst>
              </a:tr>
            </a:tbl>
          </a:graphicData>
        </a:graphic>
      </p:graphicFrame>
      <p:sp>
        <p:nvSpPr>
          <p:cNvPr id="8" name="Rectangle 7">
            <a:extLst>
              <a:ext uri="{FF2B5EF4-FFF2-40B4-BE49-F238E27FC236}">
                <a16:creationId xmlns:a16="http://schemas.microsoft.com/office/drawing/2014/main" id="{AD65DE9A-6078-554D-9D52-4ED8977F640F}"/>
              </a:ext>
            </a:extLst>
          </p:cNvPr>
          <p:cNvSpPr/>
          <p:nvPr/>
        </p:nvSpPr>
        <p:spPr>
          <a:xfrm>
            <a:off x="8901035" y="1800454"/>
            <a:ext cx="143346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AU" i="1" dirty="0" err="1"/>
              <a:t>tutorial_code</a:t>
            </a:r>
            <a:endParaRPr lang="en-CN" dirty="0"/>
          </a:p>
        </p:txBody>
      </p:sp>
    </p:spTree>
    <p:extLst>
      <p:ext uri="{BB962C8B-B14F-4D97-AF65-F5344CB8AC3E}">
        <p14:creationId xmlns:p14="http://schemas.microsoft.com/office/powerpoint/2010/main" val="4044996277"/>
      </p:ext>
    </p:extLst>
  </p:cSld>
  <p:clrMapOvr>
    <a:masterClrMapping/>
  </p:clrMapOvr>
  <p:transition spd="slow">
    <p:push dir="u"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占位符 1"/>
          <p:cNvSpPr>
            <a:spLocks noGrp="1"/>
          </p:cNvSpPr>
          <p:nvPr>
            <p:ph type="body" sz="quarter" idx="10"/>
          </p:nvPr>
        </p:nvSpPr>
        <p:spPr>
          <a:xfrm>
            <a:off x="2301096" y="5499220"/>
            <a:ext cx="7589808" cy="768415"/>
          </a:xfrm>
        </p:spPr>
        <p:txBody>
          <a:bodyPr/>
          <a:lstStyle/>
          <a:p>
            <a:r>
              <a:rPr kumimoji="1" lang="en-US" altLang="zh-CN" sz="4800" dirty="0">
                <a:latin typeface="+mj-lt"/>
              </a:rPr>
              <a:t>CONTENTS</a:t>
            </a:r>
            <a:endParaRPr kumimoji="1" lang="zh-CN" altLang="en-US" dirty="0">
              <a:latin typeface="+mj-lt"/>
            </a:endParaRPr>
          </a:p>
        </p:txBody>
      </p:sp>
      <p:sp>
        <p:nvSpPr>
          <p:cNvPr id="9" name="文本占位符 8"/>
          <p:cNvSpPr>
            <a:spLocks noGrp="1"/>
          </p:cNvSpPr>
          <p:nvPr>
            <p:ph type="body" sz="quarter" idx="21"/>
          </p:nvPr>
        </p:nvSpPr>
        <p:spPr>
          <a:xfrm>
            <a:off x="4194352" y="1052067"/>
            <a:ext cx="807865" cy="811792"/>
          </a:xfrm>
        </p:spPr>
        <p:txBody>
          <a:bodyPr/>
          <a:lstStyle/>
          <a:p>
            <a:r>
              <a:rPr kumimoji="1" lang="en-US" altLang="zh-CN" dirty="0">
                <a:latin typeface="+mj-lt"/>
              </a:rPr>
              <a:t>1</a:t>
            </a:r>
            <a:endParaRPr kumimoji="1" lang="zh-CN" altLang="en-US" dirty="0">
              <a:latin typeface="+mj-lt"/>
            </a:endParaRPr>
          </a:p>
        </p:txBody>
      </p:sp>
      <p:sp>
        <p:nvSpPr>
          <p:cNvPr id="10" name="文本占位符 9"/>
          <p:cNvSpPr>
            <a:spLocks noGrp="1"/>
          </p:cNvSpPr>
          <p:nvPr>
            <p:ph type="body" sz="quarter" idx="22"/>
          </p:nvPr>
        </p:nvSpPr>
        <p:spPr>
          <a:xfrm>
            <a:off x="5181904" y="1219499"/>
            <a:ext cx="1868569" cy="476927"/>
          </a:xfrm>
        </p:spPr>
        <p:txBody>
          <a:bodyPr/>
          <a:lstStyle/>
          <a:p>
            <a:r>
              <a:rPr kumimoji="1" lang="en-AU" altLang="zh-CN" sz="2000" dirty="0">
                <a:latin typeface="+mj-lt"/>
                <a:ea typeface="+mj-ea"/>
              </a:rPr>
              <a:t>Introduction</a:t>
            </a:r>
            <a:endParaRPr kumimoji="1" lang="zh-CN" altLang="en-US" sz="2000" dirty="0">
              <a:latin typeface="+mj-lt"/>
              <a:ea typeface="+mj-ea"/>
            </a:endParaRPr>
          </a:p>
        </p:txBody>
      </p:sp>
      <p:sp>
        <p:nvSpPr>
          <p:cNvPr id="37" name="文本占位符 8">
            <a:extLst>
              <a:ext uri="{FF2B5EF4-FFF2-40B4-BE49-F238E27FC236}">
                <a16:creationId xmlns:a16="http://schemas.microsoft.com/office/drawing/2014/main" id="{04F05CB7-89EA-4D2E-8BB9-B27D73CFBCDA}"/>
              </a:ext>
            </a:extLst>
          </p:cNvPr>
          <p:cNvSpPr txBox="1">
            <a:spLocks/>
          </p:cNvSpPr>
          <p:nvPr/>
        </p:nvSpPr>
        <p:spPr>
          <a:xfrm>
            <a:off x="4194352" y="2003151"/>
            <a:ext cx="807865" cy="81179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kern="1200">
                <a:ln w="38100">
                  <a:noFill/>
                </a:ln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US" altLang="zh-CN" dirty="0">
                <a:latin typeface="+mj-lt"/>
              </a:rPr>
              <a:t>2</a:t>
            </a:r>
            <a:endParaRPr kumimoji="1" lang="zh-CN" altLang="en-US" dirty="0">
              <a:latin typeface="+mj-lt"/>
            </a:endParaRPr>
          </a:p>
        </p:txBody>
      </p:sp>
      <p:sp>
        <p:nvSpPr>
          <p:cNvPr id="38" name="文本占位符 9">
            <a:extLst>
              <a:ext uri="{FF2B5EF4-FFF2-40B4-BE49-F238E27FC236}">
                <a16:creationId xmlns:a16="http://schemas.microsoft.com/office/drawing/2014/main" id="{7FDA5153-D6E8-4A90-B298-F985DB716F2B}"/>
              </a:ext>
            </a:extLst>
          </p:cNvPr>
          <p:cNvSpPr txBox="1">
            <a:spLocks/>
          </p:cNvSpPr>
          <p:nvPr/>
        </p:nvSpPr>
        <p:spPr>
          <a:xfrm>
            <a:off x="5181904" y="2170583"/>
            <a:ext cx="2151052" cy="47692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0" kern="1200">
                <a:ln w="38100">
                  <a:noFill/>
                </a:ln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AU" altLang="zh-CN" sz="2000" dirty="0">
                <a:latin typeface="+mj-lt"/>
                <a:ea typeface="+mj-ea"/>
              </a:rPr>
              <a:t>Android Studio</a:t>
            </a:r>
            <a:endParaRPr kumimoji="1" lang="zh-CN" altLang="en-US" sz="2000" dirty="0">
              <a:latin typeface="+mj-lt"/>
              <a:ea typeface="+mj-ea"/>
            </a:endParaRPr>
          </a:p>
        </p:txBody>
      </p:sp>
      <p:sp>
        <p:nvSpPr>
          <p:cNvPr id="39" name="文本占位符 8">
            <a:extLst>
              <a:ext uri="{FF2B5EF4-FFF2-40B4-BE49-F238E27FC236}">
                <a16:creationId xmlns:a16="http://schemas.microsoft.com/office/drawing/2014/main" id="{9DA6F59B-A201-431A-8366-553ED6F4B933}"/>
              </a:ext>
            </a:extLst>
          </p:cNvPr>
          <p:cNvSpPr txBox="1">
            <a:spLocks/>
          </p:cNvSpPr>
          <p:nvPr/>
        </p:nvSpPr>
        <p:spPr>
          <a:xfrm>
            <a:off x="4194352" y="2899530"/>
            <a:ext cx="807865" cy="81179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kern="1200">
                <a:ln w="38100">
                  <a:noFill/>
                </a:ln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US" altLang="zh-CN" dirty="0">
                <a:latin typeface="+mj-lt"/>
              </a:rPr>
              <a:t>3</a:t>
            </a:r>
            <a:endParaRPr kumimoji="1" lang="zh-CN" altLang="en-US" dirty="0">
              <a:latin typeface="+mj-lt"/>
            </a:endParaRPr>
          </a:p>
        </p:txBody>
      </p:sp>
      <p:sp>
        <p:nvSpPr>
          <p:cNvPr id="40" name="文本占位符 9">
            <a:extLst>
              <a:ext uri="{FF2B5EF4-FFF2-40B4-BE49-F238E27FC236}">
                <a16:creationId xmlns:a16="http://schemas.microsoft.com/office/drawing/2014/main" id="{2B7A27C1-C8D9-44FB-A9B8-683A4262493C}"/>
              </a:ext>
            </a:extLst>
          </p:cNvPr>
          <p:cNvSpPr txBox="1">
            <a:spLocks/>
          </p:cNvSpPr>
          <p:nvPr/>
        </p:nvSpPr>
        <p:spPr>
          <a:xfrm>
            <a:off x="5181904" y="3066963"/>
            <a:ext cx="1868569" cy="47692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0" kern="1200">
                <a:ln w="38100">
                  <a:noFill/>
                </a:ln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AU" altLang="zh-CN" sz="2000" dirty="0">
                <a:latin typeface="+mj-lt"/>
                <a:ea typeface="+mj-ea"/>
              </a:rPr>
              <a:t>Git</a:t>
            </a:r>
            <a:endParaRPr kumimoji="1" lang="zh-CN" altLang="en-US" sz="2000" dirty="0">
              <a:latin typeface="+mj-lt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060494695"/>
      </p:ext>
    </p:extLst>
  </p:cSld>
  <p:clrMapOvr>
    <a:masterClrMapping/>
  </p:clrMapOvr>
  <p:transition spd="slow">
    <p:push dir="u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Introduction</a:t>
            </a:r>
          </a:p>
        </p:txBody>
      </p:sp>
    </p:spTree>
    <p:extLst>
      <p:ext uri="{BB962C8B-B14F-4D97-AF65-F5344CB8AC3E}">
        <p14:creationId xmlns:p14="http://schemas.microsoft.com/office/powerpoint/2010/main" val="3142967190"/>
      </p:ext>
    </p:extLst>
  </p:cSld>
  <p:clrMapOvr>
    <a:masterClrMapping/>
  </p:clrMapOvr>
  <p:transition spd="slow">
    <p:push dir="u"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1EFB22-98A7-4F3C-A570-7B79A9A252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Introduction – Android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EBBFA93-01F9-46CF-86E0-1030634D65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</a:t>
            </a:fld>
            <a:endParaRPr lang="en-AU" noProof="0"/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0242FEFD-5831-48EA-9789-F0E15ECE4298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481860"/>
            <a:ext cx="5400000" cy="2663885"/>
          </a:xfrm>
        </p:spPr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dirty="0"/>
              <a:t>A mobile operating system developed by </a:t>
            </a:r>
            <a:r>
              <a:rPr lang="en-AU" b="1" dirty="0"/>
              <a:t>Google</a:t>
            </a:r>
            <a:r>
              <a:rPr lang="en-AU" dirty="0"/>
              <a:t>;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dirty="0"/>
              <a:t>Based on a modified version of the </a:t>
            </a:r>
            <a:r>
              <a:rPr lang="en-AU" b="1" dirty="0"/>
              <a:t>Linux kernel</a:t>
            </a:r>
            <a:r>
              <a:rPr lang="en-AU" dirty="0"/>
              <a:t>;</a:t>
            </a:r>
            <a:endParaRPr lang="en-AU" b="1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dirty="0"/>
              <a:t>Latest version Android </a:t>
            </a:r>
            <a:r>
              <a:rPr lang="en-US" altLang="zh-CN" dirty="0"/>
              <a:t>11</a:t>
            </a:r>
            <a:r>
              <a:rPr lang="en-AU" dirty="0"/>
              <a:t> (API level 30);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dirty="0"/>
              <a:t>Android 12 (API level 31) to be released</a:t>
            </a:r>
          </a:p>
        </p:txBody>
      </p:sp>
      <p:pic>
        <p:nvPicPr>
          <p:cNvPr id="1032" name="Picture 8" descr="Image result for android">
            <a:extLst>
              <a:ext uri="{FF2B5EF4-FFF2-40B4-BE49-F238E27FC236}">
                <a16:creationId xmlns:a16="http://schemas.microsoft.com/office/drawing/2014/main" id="{96F41921-F6CF-4FC6-BF14-B9C7131C197E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235" y="2388361"/>
            <a:ext cx="5068234" cy="2850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99932470"/>
      </p:ext>
    </p:extLst>
  </p:cSld>
  <p:clrMapOvr>
    <a:masterClrMapping/>
  </p:clrMapOvr>
  <p:transition spd="slow">
    <p:push dir="u"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1EFB22-98A7-4F3C-A570-7B79A9A252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Introduction – Android P</a:t>
            </a:r>
            <a:r>
              <a:rPr lang="en-US" altLang="zh-CN" dirty="0" err="1"/>
              <a:t>latforms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EBBFA93-01F9-46CF-86E0-1030634D65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7</a:t>
            </a:fld>
            <a:endParaRPr lang="en-AU" noProof="0"/>
          </a:p>
        </p:txBody>
      </p:sp>
      <p:pic>
        <p:nvPicPr>
          <p:cNvPr id="2052" name="Picture 4" descr="Related image">
            <a:extLst>
              <a:ext uri="{FF2B5EF4-FFF2-40B4-BE49-F238E27FC236}">
                <a16:creationId xmlns:a16="http://schemas.microsoft.com/office/drawing/2014/main" id="{4AE2D102-5FF3-4D64-B529-2707862A2E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530" y="1757757"/>
            <a:ext cx="2292566" cy="30567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9F6D779D-DC6B-4615-BBC4-40E2AD27084B}"/>
              </a:ext>
            </a:extLst>
          </p:cNvPr>
          <p:cNvSpPr txBox="1"/>
          <p:nvPr/>
        </p:nvSpPr>
        <p:spPr>
          <a:xfrm>
            <a:off x="1074317" y="4925678"/>
            <a:ext cx="86433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sz="2000" b="1" dirty="0"/>
              <a:t>Phone</a:t>
            </a:r>
          </a:p>
        </p:txBody>
      </p:sp>
      <p:pic>
        <p:nvPicPr>
          <p:cNvPr id="2054" name="Picture 6" descr="https://www.android.com/static/2016/img/home/os-section/fossil-wear_1x.png">
            <a:extLst>
              <a:ext uri="{FF2B5EF4-FFF2-40B4-BE49-F238E27FC236}">
                <a16:creationId xmlns:a16="http://schemas.microsoft.com/office/drawing/2014/main" id="{1C68DA22-F9E9-4742-A37E-3EC77A344C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1724" y="2276357"/>
            <a:ext cx="1603633" cy="21884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62C1787F-2A8A-416E-A2AB-4CC63437433C}"/>
              </a:ext>
            </a:extLst>
          </p:cNvPr>
          <p:cNvSpPr txBox="1"/>
          <p:nvPr/>
        </p:nvSpPr>
        <p:spPr>
          <a:xfrm>
            <a:off x="3302492" y="4925678"/>
            <a:ext cx="86209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sz="2000" b="1" dirty="0"/>
              <a:t>Watch</a:t>
            </a:r>
          </a:p>
        </p:txBody>
      </p:sp>
      <p:pic>
        <p:nvPicPr>
          <p:cNvPr id="2058" name="Picture 10" descr="Related image">
            <a:extLst>
              <a:ext uri="{FF2B5EF4-FFF2-40B4-BE49-F238E27FC236}">
                <a16:creationId xmlns:a16="http://schemas.microsoft.com/office/drawing/2014/main" id="{7A81EC7E-E077-4E20-8B65-BC910E5527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73725" y="1943448"/>
            <a:ext cx="2822258" cy="282225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C6D34528-4302-4013-AFA3-0DE9C28B8C7A}"/>
              </a:ext>
            </a:extLst>
          </p:cNvPr>
          <p:cNvSpPr txBox="1"/>
          <p:nvPr/>
        </p:nvSpPr>
        <p:spPr>
          <a:xfrm>
            <a:off x="6067271" y="4925678"/>
            <a:ext cx="83516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sz="2000" b="1" dirty="0"/>
              <a:t>Tablet</a:t>
            </a:r>
          </a:p>
        </p:txBody>
      </p:sp>
      <p:pic>
        <p:nvPicPr>
          <p:cNvPr id="2062" name="Picture 14" descr="Image result for android tv">
            <a:extLst>
              <a:ext uri="{FF2B5EF4-FFF2-40B4-BE49-F238E27FC236}">
                <a16:creationId xmlns:a16="http://schemas.microsoft.com/office/drawing/2014/main" id="{0D32AA0E-C7EA-44FF-8850-D74BA9ED1F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31090" y="2320131"/>
            <a:ext cx="3135838" cy="193200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5F9AB65E-A404-4176-8658-952F9965AE61}"/>
              </a:ext>
            </a:extLst>
          </p:cNvPr>
          <p:cNvSpPr txBox="1"/>
          <p:nvPr/>
        </p:nvSpPr>
        <p:spPr>
          <a:xfrm>
            <a:off x="9667215" y="4925678"/>
            <a:ext cx="46358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/>
              <a:t>TV</a:t>
            </a:r>
          </a:p>
        </p:txBody>
      </p:sp>
    </p:spTree>
    <p:extLst>
      <p:ext uri="{BB962C8B-B14F-4D97-AF65-F5344CB8AC3E}">
        <p14:creationId xmlns:p14="http://schemas.microsoft.com/office/powerpoint/2010/main" val="1969654228"/>
      </p:ext>
    </p:extLst>
  </p:cSld>
  <p:clrMapOvr>
    <a:masterClrMapping/>
  </p:clrMapOvr>
  <p:transition spd="slow">
    <p:push dir="u"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709A6B-9429-4935-9D18-EC934FA439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Introduction – Android Applications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F02AA33-D3E3-4267-BFF3-B76727AF5D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8</a:t>
            </a:fld>
            <a:endParaRPr lang="en-AU" noProof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AE7D120A-1735-402E-9D1B-4915B3DE49AC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5983059" y="1744637"/>
            <a:ext cx="5400000" cy="4620651"/>
          </a:xfrm>
        </p:spPr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dirty="0"/>
              <a:t>Android apps can be written </a:t>
            </a:r>
            <a:r>
              <a:rPr lang="en-AU" i="1" dirty="0"/>
              <a:t>using</a:t>
            </a:r>
            <a:r>
              <a:rPr lang="en-AU" b="1" i="1" dirty="0"/>
              <a:t> Kotlin, Java,</a:t>
            </a:r>
            <a:r>
              <a:rPr lang="zh-CN" altLang="en-US" b="1" i="1" dirty="0"/>
              <a:t> </a:t>
            </a:r>
            <a:r>
              <a:rPr lang="en-AU" b="1" i="1" dirty="0"/>
              <a:t>C++</a:t>
            </a:r>
            <a:r>
              <a:rPr lang="zh-CN" altLang="en-US" b="1" i="1" dirty="0"/>
              <a:t> </a:t>
            </a:r>
            <a:r>
              <a:rPr lang="en-US" altLang="zh-CN" b="1" i="1" dirty="0"/>
              <a:t>and</a:t>
            </a:r>
            <a:r>
              <a:rPr lang="zh-CN" altLang="en-US" b="1" i="1" dirty="0"/>
              <a:t> </a:t>
            </a:r>
            <a:r>
              <a:rPr lang="en-US" altLang="zh-CN" b="1" i="1" dirty="0"/>
              <a:t>Dart</a:t>
            </a:r>
            <a:r>
              <a:rPr lang="zh-CN" altLang="en-US" b="1" i="1" dirty="0"/>
              <a:t> </a:t>
            </a:r>
            <a:r>
              <a:rPr lang="en-US" altLang="zh-CN" b="1" i="1" dirty="0"/>
              <a:t>(Flutter</a:t>
            </a:r>
            <a:r>
              <a:rPr lang="zh-CN" altLang="en-US" b="1" i="1" dirty="0"/>
              <a:t> </a:t>
            </a:r>
            <a:r>
              <a:rPr lang="en-US" altLang="zh-CN" b="1" i="1" dirty="0"/>
              <a:t>UI</a:t>
            </a:r>
            <a:r>
              <a:rPr lang="zh-CN" altLang="en-US" b="1" i="1" dirty="0"/>
              <a:t> </a:t>
            </a:r>
            <a:r>
              <a:rPr lang="en-US" altLang="zh-CN" b="1" i="1" dirty="0"/>
              <a:t>Framework)</a:t>
            </a:r>
            <a:r>
              <a:rPr lang="en-AU" dirty="0"/>
              <a:t>;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AU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dirty="0"/>
              <a:t>This tutorial uses </a:t>
            </a:r>
            <a:r>
              <a:rPr lang="en-AU" b="1" i="1" dirty="0"/>
              <a:t>Java</a:t>
            </a:r>
            <a:r>
              <a:rPr lang="en-AU" dirty="0"/>
              <a:t>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AU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dirty="0"/>
              <a:t>The Android SDK tools compile your code along with any data and resource files into an </a:t>
            </a:r>
            <a:r>
              <a:rPr lang="en-AU" b="1" dirty="0"/>
              <a:t>APK </a:t>
            </a:r>
            <a:r>
              <a:rPr lang="en-AU" i="1" dirty="0"/>
              <a:t>(Android package) </a:t>
            </a:r>
            <a:r>
              <a:rPr lang="en-AU" dirty="0"/>
              <a:t>with an </a:t>
            </a:r>
            <a:r>
              <a:rPr lang="en-AU" b="1" dirty="0"/>
              <a:t>.</a:t>
            </a:r>
            <a:r>
              <a:rPr lang="en-AU" b="1" dirty="0" err="1"/>
              <a:t>apk</a:t>
            </a:r>
            <a:r>
              <a:rPr lang="en-AU" dirty="0"/>
              <a:t> suffix.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AU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 dirty="0"/>
              <a:t>From Aug 2021, Google Play requires </a:t>
            </a:r>
            <a:r>
              <a:rPr lang="en-AU" b="1" i="1" dirty="0"/>
              <a:t>Android App Bundle (.</a:t>
            </a:r>
            <a:r>
              <a:rPr lang="en-AU" b="1" i="1" dirty="0" err="1"/>
              <a:t>aab</a:t>
            </a:r>
            <a:r>
              <a:rPr lang="en-AU" b="1" i="1" dirty="0"/>
              <a:t>) </a:t>
            </a:r>
            <a:r>
              <a:rPr lang="en-AU" i="1" dirty="0"/>
              <a:t>instead of </a:t>
            </a:r>
            <a:r>
              <a:rPr lang="en-AU" b="1" i="1" dirty="0"/>
              <a:t>.</a:t>
            </a:r>
            <a:r>
              <a:rPr lang="en-AU" b="1" i="1" dirty="0" err="1"/>
              <a:t>apk</a:t>
            </a:r>
            <a:endParaRPr lang="en-AU" b="1" i="1" dirty="0"/>
          </a:p>
        </p:txBody>
      </p:sp>
      <p:pic>
        <p:nvPicPr>
          <p:cNvPr id="3076" name="Picture 4" descr="Related image">
            <a:extLst>
              <a:ext uri="{FF2B5EF4-FFF2-40B4-BE49-F238E27FC236}">
                <a16:creationId xmlns:a16="http://schemas.microsoft.com/office/drawing/2014/main" id="{39680AE5-560A-4795-96DA-0B3A76B4C1C8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235" y="2194914"/>
            <a:ext cx="4575683" cy="30519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72565537"/>
      </p:ext>
    </p:extLst>
  </p:cSld>
  <p:clrMapOvr>
    <a:masterClrMapping/>
  </p:clrMapOvr>
  <p:transition spd="slow">
    <p:push dir="u"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709A6B-9429-4935-9D18-EC934FA439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Introduction – Android Applications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F02AA33-D3E3-4267-BFF3-B76727AF5D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9</a:t>
            </a:fld>
            <a:endParaRPr lang="en-AU" noProof="0"/>
          </a:p>
        </p:txBody>
      </p:sp>
      <p:pic>
        <p:nvPicPr>
          <p:cNvPr id="22530" name="Picture 2" descr="Image result for android components">
            <a:extLst>
              <a:ext uri="{FF2B5EF4-FFF2-40B4-BE49-F238E27FC236}">
                <a16:creationId xmlns:a16="http://schemas.microsoft.com/office/drawing/2014/main" id="{C0631968-3B87-4F70-8F34-C720B1F3BEAE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10433" y="1611838"/>
            <a:ext cx="7771134" cy="40668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379510C6-7F7E-4FDF-B865-5F8C9662C82A}"/>
              </a:ext>
            </a:extLst>
          </p:cNvPr>
          <p:cNvSpPr/>
          <p:nvPr/>
        </p:nvSpPr>
        <p:spPr>
          <a:xfrm>
            <a:off x="2210433" y="6008144"/>
            <a:ext cx="626193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AU" dirty="0">
                <a:hlinkClick r:id="rId4"/>
              </a:rPr>
              <a:t>https://developer.android.com/guide/components/fundamentals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1904385773"/>
      </p:ext>
    </p:extLst>
  </p:cSld>
  <p:clrMapOvr>
    <a:masterClrMapping/>
  </p:clrMapOvr>
  <p:transition spd="slow">
    <p:push dir="u"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Introduction – Android Application Components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10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7C8F9B17-78AA-447C-B55B-3A8ED236CEFF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959554"/>
            <a:ext cx="5400000" cy="1521503"/>
          </a:xfrm>
        </p:spPr>
        <p:txBody>
          <a:bodyPr/>
          <a:lstStyle/>
          <a:p>
            <a:r>
              <a:rPr lang="en-AU" b="1" dirty="0"/>
              <a:t>Activities</a:t>
            </a:r>
          </a:p>
          <a:p>
            <a:r>
              <a:rPr lang="en-AU" dirty="0"/>
              <a:t>An </a:t>
            </a:r>
            <a:r>
              <a:rPr lang="en-AU" b="1" i="1" dirty="0"/>
              <a:t>activity</a:t>
            </a:r>
            <a:r>
              <a:rPr lang="en-AU" dirty="0"/>
              <a:t> is the entry point for interacting with the user. It represents </a:t>
            </a:r>
            <a:r>
              <a:rPr lang="en-AU" b="1" i="1" dirty="0"/>
              <a:t>a single screen with a user interface</a:t>
            </a:r>
            <a:r>
              <a:rPr lang="en-AU" dirty="0"/>
              <a:t>.</a:t>
            </a:r>
          </a:p>
        </p:txBody>
      </p:sp>
      <p:pic>
        <p:nvPicPr>
          <p:cNvPr id="9218" name="Picture 2" descr="Image result for activity android">
            <a:extLst>
              <a:ext uri="{FF2B5EF4-FFF2-40B4-BE49-F238E27FC236}">
                <a16:creationId xmlns:a16="http://schemas.microsoft.com/office/drawing/2014/main" id="{725E0FCF-0A40-41AD-B208-C3ABAC847158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397161"/>
            <a:ext cx="5400675" cy="26462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45038953"/>
      </p:ext>
    </p:extLst>
  </p:cSld>
  <p:clrMapOvr>
    <a:masterClrMapping/>
  </p:clrMapOvr>
  <p:transition spd="slow">
    <p:push dir="u"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Introduction – Android Application Components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11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7C8F9B17-78AA-447C-B55B-3A8ED236CEFF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959554"/>
            <a:ext cx="5400000" cy="1521503"/>
          </a:xfrm>
        </p:spPr>
        <p:txBody>
          <a:bodyPr/>
          <a:lstStyle/>
          <a:p>
            <a:r>
              <a:rPr lang="en-AU" b="1" dirty="0"/>
              <a:t>Services</a:t>
            </a:r>
          </a:p>
          <a:p>
            <a:r>
              <a:rPr lang="en-AU" dirty="0"/>
              <a:t>A </a:t>
            </a:r>
            <a:r>
              <a:rPr lang="en-AU" b="1" i="1" dirty="0"/>
              <a:t>service</a:t>
            </a:r>
            <a:r>
              <a:rPr lang="en-AU" dirty="0"/>
              <a:t> is a general-purpose entry point for </a:t>
            </a:r>
            <a:r>
              <a:rPr lang="en-AU" b="1" i="1" dirty="0"/>
              <a:t>keeping an app running in the background</a:t>
            </a:r>
            <a:r>
              <a:rPr lang="en-AU" dirty="0"/>
              <a:t> for all kinds of reasons.</a:t>
            </a:r>
          </a:p>
        </p:txBody>
      </p:sp>
      <p:pic>
        <p:nvPicPr>
          <p:cNvPr id="8196" name="Picture 4" descr="Image result for android service">
            <a:extLst>
              <a:ext uri="{FF2B5EF4-FFF2-40B4-BE49-F238E27FC236}">
                <a16:creationId xmlns:a16="http://schemas.microsoft.com/office/drawing/2014/main" id="{D97E7C68-4927-4213-AD23-6EFE1E6EEC54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235" y="2307339"/>
            <a:ext cx="5249353" cy="28259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823668079"/>
      </p:ext>
    </p:extLst>
  </p:cSld>
  <p:clrMapOvr>
    <a:masterClrMapping/>
  </p:clrMapOvr>
  <p:transition spd="slow">
    <p:push dir="u"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Introduction – Android Application Components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12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7C8F9B17-78AA-447C-B55B-3A8ED236CEFF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847500"/>
            <a:ext cx="5400000" cy="1745611"/>
          </a:xfrm>
        </p:spPr>
        <p:txBody>
          <a:bodyPr/>
          <a:lstStyle/>
          <a:p>
            <a:r>
              <a:rPr lang="en-AU" b="1" dirty="0"/>
              <a:t>Broadcast receivers</a:t>
            </a:r>
          </a:p>
          <a:p>
            <a:r>
              <a:rPr lang="en-AU" dirty="0"/>
              <a:t>A </a:t>
            </a:r>
            <a:r>
              <a:rPr lang="en-AU" b="1" i="1" dirty="0"/>
              <a:t>broadcast receiver</a:t>
            </a:r>
            <a:r>
              <a:rPr lang="en-AU" dirty="0"/>
              <a:t> is a component that enables the system to deliver events to the app outside of a regular user flow, allowing the app to </a:t>
            </a:r>
            <a:r>
              <a:rPr lang="en-AU" b="1" i="1" dirty="0"/>
              <a:t>respond to system-wide broadcast announcements</a:t>
            </a:r>
            <a:r>
              <a:rPr lang="en-AU" dirty="0"/>
              <a:t>. </a:t>
            </a:r>
          </a:p>
        </p:txBody>
      </p:sp>
      <p:pic>
        <p:nvPicPr>
          <p:cNvPr id="12292" name="Picture 4" descr="Related image">
            <a:extLst>
              <a:ext uri="{FF2B5EF4-FFF2-40B4-BE49-F238E27FC236}">
                <a16:creationId xmlns:a16="http://schemas.microsoft.com/office/drawing/2014/main" id="{0FC5DD64-D88C-4CD4-8F7C-859C6508BBCD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370138"/>
            <a:ext cx="5400675" cy="27003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248365857"/>
      </p:ext>
    </p:extLst>
  </p:cSld>
  <p:clrMapOvr>
    <a:masterClrMapping/>
  </p:clrMapOvr>
  <p:transition spd="slow">
    <p:push dir="u"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Introduction – Android Application Components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13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7C8F9B17-78AA-447C-B55B-3A8ED236CEFF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670775"/>
            <a:ext cx="5400000" cy="2099061"/>
          </a:xfrm>
        </p:spPr>
        <p:txBody>
          <a:bodyPr/>
          <a:lstStyle/>
          <a:p>
            <a:r>
              <a:rPr lang="en-AU" b="1" dirty="0"/>
              <a:t>Content providers</a:t>
            </a:r>
          </a:p>
          <a:p>
            <a:r>
              <a:rPr lang="en-AU" dirty="0"/>
              <a:t>A </a:t>
            </a:r>
            <a:r>
              <a:rPr lang="en-AU" b="1" i="1" dirty="0"/>
              <a:t>content provider</a:t>
            </a:r>
            <a:r>
              <a:rPr lang="en-AU" dirty="0"/>
              <a:t> manages </a:t>
            </a:r>
            <a:r>
              <a:rPr lang="en-AU" b="1" i="1" dirty="0"/>
              <a:t>a shared set of app data</a:t>
            </a:r>
            <a:r>
              <a:rPr lang="en-AU" dirty="0"/>
              <a:t> that you can store in the file system, in a SQLite database, on the web, or on any other persistent storage location that your app can access. </a:t>
            </a:r>
          </a:p>
        </p:txBody>
      </p:sp>
      <p:pic>
        <p:nvPicPr>
          <p:cNvPr id="10244" name="Picture 4" descr="Related image">
            <a:extLst>
              <a:ext uri="{FF2B5EF4-FFF2-40B4-BE49-F238E27FC236}">
                <a16:creationId xmlns:a16="http://schemas.microsoft.com/office/drawing/2014/main" id="{857B315E-132B-4CB1-919E-FEEDCB1F38B3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466251"/>
            <a:ext cx="5400675" cy="25081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02753119"/>
      </p:ext>
    </p:extLst>
  </p:cSld>
  <p:clrMapOvr>
    <a:masterClrMapping/>
  </p:clrMapOvr>
  <p:transition spd="slow">
    <p:push dir="u"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14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A</a:t>
            </a:r>
            <a:r>
              <a:rPr lang="en-US" altLang="zh-CN" dirty="0" err="1"/>
              <a:t>ndroid</a:t>
            </a:r>
            <a:r>
              <a:rPr lang="en-US" altLang="zh-CN" dirty="0"/>
              <a:t> Studio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3346982228"/>
      </p:ext>
    </p:extLst>
  </p:cSld>
  <p:clrMapOvr>
    <a:masterClrMapping/>
  </p:clrMapOvr>
  <p:transition spd="slow">
    <p:push dir="u"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Android Studio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15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7C8F9B17-78AA-447C-B55B-3A8ED236CEFF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436639"/>
            <a:ext cx="5400000" cy="2564284"/>
          </a:xfrm>
        </p:spPr>
        <p:txBody>
          <a:bodyPr/>
          <a:lstStyle/>
          <a:p>
            <a:r>
              <a:rPr lang="en-AU" b="1" dirty="0"/>
              <a:t>Android Studio </a:t>
            </a:r>
            <a:r>
              <a:rPr lang="en-AU" dirty="0"/>
              <a:t>is the official IDE for Google's Android, designed specifically for Android development.</a:t>
            </a:r>
          </a:p>
          <a:p>
            <a:endParaRPr lang="en-AU" dirty="0"/>
          </a:p>
          <a:p>
            <a:r>
              <a:rPr lang="en-AU" i="1" dirty="0"/>
              <a:t>It is available for download on </a:t>
            </a:r>
            <a:r>
              <a:rPr lang="en-AU" b="1" i="1" dirty="0"/>
              <a:t>Windows, macOS and Linux</a:t>
            </a:r>
            <a:r>
              <a:rPr lang="en-AU" i="1" dirty="0"/>
              <a:t> based operating systems. </a:t>
            </a:r>
            <a:r>
              <a:rPr lang="en-AU" i="1" dirty="0">
                <a:hlinkClick r:id="rId2"/>
              </a:rPr>
              <a:t>https://developer.android.com/studio</a:t>
            </a:r>
            <a:endParaRPr lang="en-AU" i="1" dirty="0"/>
          </a:p>
        </p:txBody>
      </p:sp>
      <p:pic>
        <p:nvPicPr>
          <p:cNvPr id="13328" name="Picture 16" descr="Image result for android studio">
            <a:extLst>
              <a:ext uri="{FF2B5EF4-FFF2-40B4-BE49-F238E27FC236}">
                <a16:creationId xmlns:a16="http://schemas.microsoft.com/office/drawing/2014/main" id="{E2C10C21-9351-47F6-8511-A2293CCBEA82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235" y="2398529"/>
            <a:ext cx="4699970" cy="264050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44393853"/>
      </p:ext>
    </p:extLst>
  </p:cSld>
  <p:clrMapOvr>
    <a:masterClrMapping/>
  </p:clrMapOvr>
  <p:transition spd="slow">
    <p:push dir="u"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16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A</a:t>
            </a:r>
            <a:r>
              <a:rPr lang="en-US" altLang="zh-CN" dirty="0" err="1"/>
              <a:t>ndroid</a:t>
            </a:r>
            <a:r>
              <a:rPr lang="en-US" altLang="zh-CN" dirty="0"/>
              <a:t> Studio</a:t>
            </a:r>
            <a:endParaRPr lang="en-AU" dirty="0"/>
          </a:p>
          <a:p>
            <a:endParaRPr lang="en-AU" altLang="zh-CN" b="0" dirty="0"/>
          </a:p>
          <a:p>
            <a:r>
              <a:rPr lang="en-AU" altLang="zh-CN" sz="2400" b="0" i="1" dirty="0"/>
              <a:t>- Create the First </a:t>
            </a:r>
            <a:r>
              <a:rPr lang="en-US" altLang="zh-CN" sz="2400" b="0" i="1" dirty="0"/>
              <a:t>Application</a:t>
            </a:r>
            <a:endParaRPr lang="en-AU" sz="2400" b="0" i="1" dirty="0"/>
          </a:p>
        </p:txBody>
      </p:sp>
    </p:spTree>
    <p:extLst>
      <p:ext uri="{BB962C8B-B14F-4D97-AF65-F5344CB8AC3E}">
        <p14:creationId xmlns:p14="http://schemas.microsoft.com/office/powerpoint/2010/main" val="2410876070"/>
      </p:ext>
    </p:extLst>
  </p:cSld>
  <p:clrMapOvr>
    <a:masterClrMapping/>
  </p:clrMapOvr>
  <p:transition spd="slow">
    <p:push dir="u"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First Example Demonstration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17</a:t>
            </a:fld>
            <a:endParaRPr lang="en-AU" noProof="0"/>
          </a:p>
        </p:txBody>
      </p:sp>
      <p:pic>
        <p:nvPicPr>
          <p:cNvPr id="8" name="Content Placeholder 7">
            <a:extLst>
              <a:ext uri="{FF2B5EF4-FFF2-40B4-BE49-F238E27FC236}">
                <a16:creationId xmlns:a16="http://schemas.microsoft.com/office/drawing/2014/main" id="{7EE9EBC8-3B4F-4D2F-8685-68F511D0E49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768350" y="1539081"/>
            <a:ext cx="4495800" cy="4362450"/>
          </a:xfrm>
          <a:prstGeom prst="rect">
            <a:avLst/>
          </a:prstGeom>
        </p:spPr>
      </p:pic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AE6CD6BE-845A-4419-AA38-7B695C54B87A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6945817" y="1531938"/>
            <a:ext cx="4158241" cy="4376737"/>
          </a:xfrm>
          <a:prstGeom prst="rect">
            <a:avLst/>
          </a:prstGeom>
        </p:spPr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8F64E745-B2C2-4F5D-95FC-D71EFFA46FA5}"/>
              </a:ext>
            </a:extLst>
          </p:cNvPr>
          <p:cNvSpPr/>
          <p:nvPr/>
        </p:nvSpPr>
        <p:spPr>
          <a:xfrm>
            <a:off x="1632170" y="3720306"/>
            <a:ext cx="2416047" cy="315743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2EF7F2C-DC04-4FEF-9468-1D9D6BF77010}"/>
              </a:ext>
            </a:extLst>
          </p:cNvPr>
          <p:cNvSpPr/>
          <p:nvPr/>
        </p:nvSpPr>
        <p:spPr>
          <a:xfrm>
            <a:off x="9755237" y="5601810"/>
            <a:ext cx="605003" cy="315743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66841981"/>
      </p:ext>
    </p:extLst>
  </p:cSld>
  <p:clrMapOvr>
    <a:masterClrMapping/>
  </p:clrMapOvr>
  <p:transition spd="slow">
    <p:push dir="u"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First Example Demonstration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18</a:t>
            </a:fld>
            <a:endParaRPr lang="en-AU" noProof="0"/>
          </a:p>
        </p:txBody>
      </p:sp>
      <p:pic>
        <p:nvPicPr>
          <p:cNvPr id="10" name="Content Placeholder 9">
            <a:extLst>
              <a:ext uri="{FF2B5EF4-FFF2-40B4-BE49-F238E27FC236}">
                <a16:creationId xmlns:a16="http://schemas.microsoft.com/office/drawing/2014/main" id="{FF276B54-C16C-4200-BCA8-7785659C009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937130" y="1531938"/>
            <a:ext cx="4158241" cy="4376737"/>
          </a:xfrm>
          <a:prstGeom prst="rect">
            <a:avLst/>
          </a:prstGeom>
        </p:spPr>
      </p:pic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C4DB33E5-E23E-457A-9741-98CD65B75477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6973342" y="1531938"/>
            <a:ext cx="4103190" cy="4376737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4BA6B528-2746-450C-B207-78FDD991537C}"/>
              </a:ext>
            </a:extLst>
          </p:cNvPr>
          <p:cNvSpPr/>
          <p:nvPr/>
        </p:nvSpPr>
        <p:spPr>
          <a:xfrm>
            <a:off x="3753933" y="5592932"/>
            <a:ext cx="605003" cy="315743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942BFA26-0591-4EA7-855F-FF955FC3501B}"/>
              </a:ext>
            </a:extLst>
          </p:cNvPr>
          <p:cNvSpPr/>
          <p:nvPr/>
        </p:nvSpPr>
        <p:spPr>
          <a:xfrm>
            <a:off x="9783350" y="5566974"/>
            <a:ext cx="605003" cy="315743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9FB78D88-6204-473C-A6B3-2B39C6E83691}"/>
              </a:ext>
            </a:extLst>
          </p:cNvPr>
          <p:cNvSpPr/>
          <p:nvPr/>
        </p:nvSpPr>
        <p:spPr>
          <a:xfrm>
            <a:off x="7050507" y="3810675"/>
            <a:ext cx="1330013" cy="151538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54645416"/>
      </p:ext>
    </p:extLst>
  </p:cSld>
  <p:clrMapOvr>
    <a:masterClrMapping/>
  </p:clrMapOvr>
  <p:transition spd="slow">
    <p:push dir="u"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First Example Demonstration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19</a:t>
            </a:fld>
            <a:endParaRPr lang="en-AU" noProof="0"/>
          </a:p>
        </p:txBody>
      </p:sp>
      <p:pic>
        <p:nvPicPr>
          <p:cNvPr id="12" name="Content Placeholder 11">
            <a:extLst>
              <a:ext uri="{FF2B5EF4-FFF2-40B4-BE49-F238E27FC236}">
                <a16:creationId xmlns:a16="http://schemas.microsoft.com/office/drawing/2014/main" id="{8BFA834E-1F40-4BF7-B713-B43A85AC35E7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657182" y="1531938"/>
            <a:ext cx="4718136" cy="4376737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27F231B8-E6D7-44C2-96EB-064D12B1DC7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91138" y="3133817"/>
            <a:ext cx="5243680" cy="1620774"/>
          </a:xfrm>
          <a:prstGeom prst="rect">
            <a:avLst/>
          </a:prstGeom>
        </p:spPr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9B224323-B5AE-471B-8536-5FEB7D3BA5D1}"/>
              </a:ext>
            </a:extLst>
          </p:cNvPr>
          <p:cNvSpPr/>
          <p:nvPr/>
        </p:nvSpPr>
        <p:spPr>
          <a:xfrm>
            <a:off x="7821227" y="3311370"/>
            <a:ext cx="328474" cy="328475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015FE2C-6819-4EE1-928E-34892F6C67B8}"/>
              </a:ext>
            </a:extLst>
          </p:cNvPr>
          <p:cNvSpPr/>
          <p:nvPr/>
        </p:nvSpPr>
        <p:spPr>
          <a:xfrm>
            <a:off x="4643179" y="5588424"/>
            <a:ext cx="621280" cy="320251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162273"/>
      </p:ext>
    </p:extLst>
  </p:cSld>
  <p:clrMapOvr>
    <a:masterClrMapping/>
  </p:clrMapOvr>
  <p:transition spd="slow">
    <p:push dir="u"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First Example Demonstration </a:t>
            </a:r>
            <a:br>
              <a:rPr lang="en-AU" dirty="0"/>
            </a:br>
            <a:r>
              <a:rPr lang="en-AU" dirty="0"/>
              <a:t>– Virtual Machine (VM)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t>20</a:t>
            </a:fld>
            <a:endParaRPr lang="en-AU" noProof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A124C0CA-71C2-4735-89C5-ADB42B6EA9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40582" y="1818656"/>
            <a:ext cx="4905009" cy="3817615"/>
          </a:xfrm>
          <a:prstGeom prst="rect">
            <a:avLst/>
          </a:prstGeom>
        </p:spPr>
      </p:pic>
      <p:sp>
        <p:nvSpPr>
          <p:cNvPr id="13" name="Rectangle 12">
            <a:extLst>
              <a:ext uri="{FF2B5EF4-FFF2-40B4-BE49-F238E27FC236}">
                <a16:creationId xmlns:a16="http://schemas.microsoft.com/office/drawing/2014/main" id="{6627916E-CD69-4D2A-A3FE-F9E8C0BED45F}"/>
              </a:ext>
            </a:extLst>
          </p:cNvPr>
          <p:cNvSpPr/>
          <p:nvPr/>
        </p:nvSpPr>
        <p:spPr>
          <a:xfrm>
            <a:off x="807484" y="4984744"/>
            <a:ext cx="1403055" cy="315226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709FD13F-FFA7-4BCA-BBA7-E23356358A4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88797" y="1818656"/>
            <a:ext cx="5462621" cy="3717617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203BBE63-0D5F-49DA-ABF0-D8E4700919E3}"/>
              </a:ext>
            </a:extLst>
          </p:cNvPr>
          <p:cNvSpPr/>
          <p:nvPr/>
        </p:nvSpPr>
        <p:spPr>
          <a:xfrm>
            <a:off x="10111107" y="5260399"/>
            <a:ext cx="481687" cy="236303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42902535"/>
      </p:ext>
    </p:extLst>
  </p:cSld>
  <p:clrMapOvr>
    <a:masterClrMapping/>
  </p:clrMapOvr>
  <p:transition spd="slow">
    <p:push dir="u"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First Example Demonstration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t>21</a:t>
            </a:fld>
            <a:endParaRPr lang="en-AU" noProof="0"/>
          </a:p>
        </p:txBody>
      </p:sp>
      <p:pic>
        <p:nvPicPr>
          <p:cNvPr id="10" name="Content Placeholder 9">
            <a:extLst>
              <a:ext uri="{FF2B5EF4-FFF2-40B4-BE49-F238E27FC236}">
                <a16:creationId xmlns:a16="http://schemas.microsoft.com/office/drawing/2014/main" id="{2DBB88F8-FCDD-454A-95F4-2578915C4124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854893" y="1771349"/>
            <a:ext cx="2425731" cy="4376737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34504808-C7FF-4A76-A28F-A145AC17E918}"/>
              </a:ext>
            </a:extLst>
          </p:cNvPr>
          <p:cNvSpPr txBox="1"/>
          <p:nvPr/>
        </p:nvSpPr>
        <p:spPr>
          <a:xfrm>
            <a:off x="6805306" y="3775051"/>
            <a:ext cx="353180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/>
              <a:t>First Application for Android Studio.</a:t>
            </a:r>
          </a:p>
        </p:txBody>
      </p:sp>
    </p:spTree>
    <p:extLst>
      <p:ext uri="{BB962C8B-B14F-4D97-AF65-F5344CB8AC3E}">
        <p14:creationId xmlns:p14="http://schemas.microsoft.com/office/powerpoint/2010/main" val="3697537645"/>
      </p:ext>
    </p:extLst>
  </p:cSld>
  <p:clrMapOvr>
    <a:masterClrMapping/>
  </p:clrMapOvr>
  <p:transition spd="slow">
    <p:push dir="u"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First Example Demonstration </a:t>
            </a:r>
            <a:br>
              <a:rPr lang="en-AU" dirty="0"/>
            </a:br>
            <a:r>
              <a:rPr lang="en-AU" dirty="0"/>
              <a:t>– Android Phone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22</a:t>
            </a:fld>
            <a:endParaRPr lang="en-AU" noProof="0"/>
          </a:p>
        </p:txBody>
      </p:sp>
      <p:pic>
        <p:nvPicPr>
          <p:cNvPr id="30" name="Content Placeholder 5">
            <a:extLst>
              <a:ext uri="{FF2B5EF4-FFF2-40B4-BE49-F238E27FC236}">
                <a16:creationId xmlns:a16="http://schemas.microsoft.com/office/drawing/2014/main" id="{F8641BEE-30F7-4626-86EA-ECD4E35AECC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695325" y="1556374"/>
            <a:ext cx="5400675" cy="4243387"/>
          </a:xfrm>
          <a:prstGeom prst="rect">
            <a:avLst/>
          </a:prstGeom>
        </p:spPr>
      </p:pic>
      <p:sp>
        <p:nvSpPr>
          <p:cNvPr id="31" name="Rectangle 30">
            <a:extLst>
              <a:ext uri="{FF2B5EF4-FFF2-40B4-BE49-F238E27FC236}">
                <a16:creationId xmlns:a16="http://schemas.microsoft.com/office/drawing/2014/main" id="{9D0CB6E2-EC7E-4A39-BB5E-20787F86736C}"/>
              </a:ext>
            </a:extLst>
          </p:cNvPr>
          <p:cNvSpPr/>
          <p:nvPr/>
        </p:nvSpPr>
        <p:spPr>
          <a:xfrm>
            <a:off x="786445" y="2108979"/>
            <a:ext cx="5218434" cy="303605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7A688A40-0B92-47E2-9189-7414D31EC31C}"/>
              </a:ext>
            </a:extLst>
          </p:cNvPr>
          <p:cNvSpPr/>
          <p:nvPr/>
        </p:nvSpPr>
        <p:spPr>
          <a:xfrm>
            <a:off x="4528400" y="5392212"/>
            <a:ext cx="752965" cy="320251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924C0E52-1679-4269-BE6E-F250C81D70D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98898" y="1514135"/>
            <a:ext cx="2163932" cy="43278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36827831"/>
      </p:ext>
    </p:extLst>
  </p:cSld>
  <p:clrMapOvr>
    <a:masterClrMapping/>
  </p:clrMapOvr>
  <p:transition spd="slow">
    <p:push dir="u"/>
  </p:transition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Enable USB Debugging Mode on Android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23</a:t>
            </a:fld>
            <a:endParaRPr lang="en-AU" noProof="0"/>
          </a:p>
        </p:txBody>
      </p:sp>
      <p:pic>
        <p:nvPicPr>
          <p:cNvPr id="12" name="Online Media 11" title="How to Enable Developer Options in GOOGLE Pixel XL 2 - Allow OEM Unlock">
            <a:hlinkClick r:id="" action="ppaction://media"/>
            <a:extLst>
              <a:ext uri="{FF2B5EF4-FFF2-40B4-BE49-F238E27FC236}">
                <a16:creationId xmlns:a16="http://schemas.microsoft.com/office/drawing/2014/main" id="{0A1F26D5-6461-4F83-A4DB-2D67EC8B9FC1}"/>
              </a:ext>
            </a:extLst>
          </p:cNvPr>
          <p:cNvPicPr>
            <a:picLocks noGrp="1" noRot="1" noChangeAspect="1"/>
          </p:cNvPicPr>
          <p:nvPr>
            <p:ph idx="1"/>
            <a:videoFile r:link="rId1"/>
          </p:nvPr>
        </p:nvPicPr>
        <p:blipFill>
          <a:blip r:embed="rId3"/>
          <a:stretch>
            <a:fillRect/>
          </a:stretch>
        </p:blipFill>
        <p:spPr>
          <a:xfrm>
            <a:off x="2047674" y="1617826"/>
            <a:ext cx="8096651" cy="4554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13628833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1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"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altLang="zh-CN" dirty="0"/>
              <a:t>Record</a:t>
            </a:r>
            <a:r>
              <a:rPr lang="en-US" altLang="zh-CN" dirty="0"/>
              <a:t> Screen from Android Studio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24</a:t>
            </a:fld>
            <a:endParaRPr lang="en-AU" noProof="0"/>
          </a:p>
        </p:txBody>
      </p:sp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DC14FC51-01BF-49F8-9010-1B388F5B103A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6324600" y="2009645"/>
            <a:ext cx="5400675" cy="3421323"/>
          </a:xfrm>
          <a:prstGeom prst="rect">
            <a:avLst/>
          </a:prstGeom>
        </p:spPr>
      </p:pic>
      <p:pic>
        <p:nvPicPr>
          <p:cNvPr id="13" name="Content Placeholder 12">
            <a:extLst>
              <a:ext uri="{FF2B5EF4-FFF2-40B4-BE49-F238E27FC236}">
                <a16:creationId xmlns:a16="http://schemas.microsoft.com/office/drawing/2014/main" id="{1D14827F-9914-4E67-BF9E-38F27B6AE2C6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4"/>
          <a:stretch>
            <a:fillRect/>
          </a:stretch>
        </p:blipFill>
        <p:spPr>
          <a:xfrm>
            <a:off x="831935" y="1531938"/>
            <a:ext cx="4368631" cy="4376737"/>
          </a:xfrm>
          <a:prstGeom prst="rect">
            <a:avLst/>
          </a:prstGeom>
        </p:spPr>
      </p:pic>
      <p:sp>
        <p:nvSpPr>
          <p:cNvPr id="15" name="Rectangle 14">
            <a:extLst>
              <a:ext uri="{FF2B5EF4-FFF2-40B4-BE49-F238E27FC236}">
                <a16:creationId xmlns:a16="http://schemas.microsoft.com/office/drawing/2014/main" id="{A61F0538-8A06-42AE-9F68-2B61FE38A188}"/>
              </a:ext>
            </a:extLst>
          </p:cNvPr>
          <p:cNvSpPr/>
          <p:nvPr/>
        </p:nvSpPr>
        <p:spPr>
          <a:xfrm>
            <a:off x="3329914" y="2498092"/>
            <a:ext cx="1659336" cy="29837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4F91F852-A7E7-422C-9EE5-72D87A98E856}"/>
              </a:ext>
            </a:extLst>
          </p:cNvPr>
          <p:cNvSpPr/>
          <p:nvPr/>
        </p:nvSpPr>
        <p:spPr>
          <a:xfrm>
            <a:off x="6366029" y="4266228"/>
            <a:ext cx="280841" cy="57210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B0C5778C-7F11-4BEF-ADEC-B2C980B27200}"/>
              </a:ext>
            </a:extLst>
          </p:cNvPr>
          <p:cNvSpPr/>
          <p:nvPr/>
        </p:nvSpPr>
        <p:spPr>
          <a:xfrm>
            <a:off x="6324600" y="5724009"/>
            <a:ext cx="539756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AU" dirty="0">
                <a:hlinkClick r:id="rId5"/>
              </a:rPr>
              <a:t>https://developer.android.com/studio/debug/am-video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4236493076"/>
      </p:ext>
    </p:extLst>
  </p:cSld>
  <p:clrMapOvr>
    <a:masterClrMapping/>
  </p:clrMapOvr>
  <p:transition spd="slow">
    <p:push dir="u"/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25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A</a:t>
            </a:r>
            <a:r>
              <a:rPr lang="en-US" altLang="zh-CN" dirty="0" err="1"/>
              <a:t>ndroid</a:t>
            </a:r>
            <a:r>
              <a:rPr lang="en-US" altLang="zh-CN" dirty="0"/>
              <a:t> Studio</a:t>
            </a:r>
            <a:endParaRPr lang="en-AU" dirty="0"/>
          </a:p>
          <a:p>
            <a:endParaRPr lang="en-AU" b="0" dirty="0"/>
          </a:p>
          <a:p>
            <a:r>
              <a:rPr lang="en-AU" sz="2400" b="0" i="1" dirty="0"/>
              <a:t>- Output Log</a:t>
            </a:r>
          </a:p>
        </p:txBody>
      </p:sp>
    </p:spTree>
    <p:extLst>
      <p:ext uri="{BB962C8B-B14F-4D97-AF65-F5344CB8AC3E}">
        <p14:creationId xmlns:p14="http://schemas.microsoft.com/office/powerpoint/2010/main" val="2388780628"/>
      </p:ext>
    </p:extLst>
  </p:cSld>
  <p:clrMapOvr>
    <a:masterClrMapping/>
  </p:clrMapOvr>
  <p:transition spd="slow">
    <p:push dir="u"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1D840E6-2698-4311-8893-D7C0C7BFA5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Log in Android Studio</a:t>
            </a:r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643AC863-E7E2-467D-90C0-F36DBEC0A33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682625" y="3310731"/>
            <a:ext cx="4667250" cy="819150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C03B40-0AC2-4F52-97EB-9EC07086E1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26</a:t>
            </a:fld>
            <a:endParaRPr lang="en-AU" noProof="0"/>
          </a:p>
        </p:txBody>
      </p:sp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1F8F330A-68D8-4657-8F3D-787C88C98402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6842127" y="1343050"/>
            <a:ext cx="4511445" cy="4768826"/>
          </a:xfrm>
          <a:prstGeom prst="rect">
            <a:avLst/>
          </a:prstGeom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B3381B05-7252-4DF4-B7D6-BD26BDC5A20B}"/>
              </a:ext>
            </a:extLst>
          </p:cNvPr>
          <p:cNvSpPr/>
          <p:nvPr/>
        </p:nvSpPr>
        <p:spPr>
          <a:xfrm>
            <a:off x="8761292" y="2689609"/>
            <a:ext cx="1908699" cy="17337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C30C547-D43C-41B4-8491-2DBA6F193935}"/>
              </a:ext>
            </a:extLst>
          </p:cNvPr>
          <p:cNvSpPr/>
          <p:nvPr/>
        </p:nvSpPr>
        <p:spPr>
          <a:xfrm>
            <a:off x="7884274" y="5938499"/>
            <a:ext cx="701645" cy="17337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7E1C0AE5-CEA5-4F52-BF6A-F2D012ABFC95}"/>
              </a:ext>
            </a:extLst>
          </p:cNvPr>
          <p:cNvSpPr/>
          <p:nvPr/>
        </p:nvSpPr>
        <p:spPr>
          <a:xfrm>
            <a:off x="6990969" y="4778999"/>
            <a:ext cx="3405492" cy="17337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extBox 14">
            <a:extLst>
              <a:ext uri="{FF2B5EF4-FFF2-40B4-BE49-F238E27FC236}">
                <a16:creationId xmlns:a16="http://schemas.microsoft.com/office/drawing/2014/main" id="{5A6D2213-0476-42CE-A53A-55699AF772F7}"/>
              </a:ext>
            </a:extLst>
          </p:cNvPr>
          <p:cNvSpPr txBox="1"/>
          <p:nvPr/>
        </p:nvSpPr>
        <p:spPr>
          <a:xfrm>
            <a:off x="682625" y="4409667"/>
            <a:ext cx="143340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i="1" dirty="0"/>
              <a:t>Activity(Java)</a:t>
            </a:r>
          </a:p>
        </p:txBody>
      </p:sp>
    </p:spTree>
    <p:extLst>
      <p:ext uri="{BB962C8B-B14F-4D97-AF65-F5344CB8AC3E}">
        <p14:creationId xmlns:p14="http://schemas.microsoft.com/office/powerpoint/2010/main" val="3511684973"/>
      </p:ext>
    </p:extLst>
  </p:cSld>
  <p:clrMapOvr>
    <a:masterClrMapping/>
  </p:clrMapOvr>
  <p:transition spd="slow">
    <p:push dir="u"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27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A</a:t>
            </a:r>
            <a:r>
              <a:rPr lang="en-US" altLang="zh-CN" dirty="0" err="1"/>
              <a:t>ndroid</a:t>
            </a:r>
            <a:r>
              <a:rPr lang="en-US" altLang="zh-CN" dirty="0"/>
              <a:t> Studio</a:t>
            </a:r>
            <a:endParaRPr lang="en-AU" dirty="0"/>
          </a:p>
          <a:p>
            <a:endParaRPr lang="en-AU" b="0" dirty="0"/>
          </a:p>
          <a:p>
            <a:r>
              <a:rPr lang="en-AU" sz="2400" b="0" i="1" dirty="0"/>
              <a:t>- Add Button and Bind Onclick Listener</a:t>
            </a:r>
          </a:p>
        </p:txBody>
      </p:sp>
    </p:spTree>
    <p:extLst>
      <p:ext uri="{BB962C8B-B14F-4D97-AF65-F5344CB8AC3E}">
        <p14:creationId xmlns:p14="http://schemas.microsoft.com/office/powerpoint/2010/main" val="3994016557"/>
      </p:ext>
    </p:extLst>
  </p:cSld>
  <p:clrMapOvr>
    <a:masterClrMapping/>
  </p:clrMapOvr>
  <p:transition spd="slow">
    <p:push dir="u"/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01EC3FE-DA68-417A-9675-591CD79774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Add a button at the First Activity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CA26E42-DB6D-4B2B-A70B-BEBE7CDF81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28</a:t>
            </a:fld>
            <a:endParaRPr lang="en-AU" noProof="0"/>
          </a:p>
        </p:txBody>
      </p:sp>
      <p:pic>
        <p:nvPicPr>
          <p:cNvPr id="16" name="Content Placeholder 15">
            <a:extLst>
              <a:ext uri="{FF2B5EF4-FFF2-40B4-BE49-F238E27FC236}">
                <a16:creationId xmlns:a16="http://schemas.microsoft.com/office/drawing/2014/main" id="{7BC7382E-B3EB-4A58-98A6-7DB4AF6C4F7E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2"/>
          <a:stretch>
            <a:fillRect/>
          </a:stretch>
        </p:blipFill>
        <p:spPr>
          <a:xfrm>
            <a:off x="7872412" y="1739106"/>
            <a:ext cx="2305050" cy="3962400"/>
          </a:xfrm>
          <a:prstGeom prst="rect">
            <a:avLst/>
          </a:prstGeom>
        </p:spPr>
      </p:pic>
      <p:pic>
        <p:nvPicPr>
          <p:cNvPr id="12" name="Content Placeholder 11">
            <a:extLst>
              <a:ext uri="{FF2B5EF4-FFF2-40B4-BE49-F238E27FC236}">
                <a16:creationId xmlns:a16="http://schemas.microsoft.com/office/drawing/2014/main" id="{CF8C215C-3C64-4906-BA5B-32C96C901BE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315913" y="2277231"/>
            <a:ext cx="5400675" cy="2886151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C9C70101-36C7-436E-8856-4DEC8C97B080}"/>
              </a:ext>
            </a:extLst>
          </p:cNvPr>
          <p:cNvSpPr/>
          <p:nvPr/>
        </p:nvSpPr>
        <p:spPr>
          <a:xfrm>
            <a:off x="651194" y="3072947"/>
            <a:ext cx="777572" cy="157933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AB0B211-C85A-47EC-9720-8468AD0B5BB9}"/>
              </a:ext>
            </a:extLst>
          </p:cNvPr>
          <p:cNvSpPr/>
          <p:nvPr/>
        </p:nvSpPr>
        <p:spPr>
          <a:xfrm>
            <a:off x="2207375" y="3851990"/>
            <a:ext cx="1482293" cy="628569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257E9C7C-B813-4331-BEAE-EA2D10C1A264}"/>
              </a:ext>
            </a:extLst>
          </p:cNvPr>
          <p:cNvSpPr/>
          <p:nvPr/>
        </p:nvSpPr>
        <p:spPr>
          <a:xfrm>
            <a:off x="8516995" y="3125503"/>
            <a:ext cx="924186" cy="38731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9" name="TextBox 14">
            <a:extLst>
              <a:ext uri="{FF2B5EF4-FFF2-40B4-BE49-F238E27FC236}">
                <a16:creationId xmlns:a16="http://schemas.microsoft.com/office/drawing/2014/main" id="{422FA81A-A498-4778-8519-574CC6E829A4}"/>
              </a:ext>
            </a:extLst>
          </p:cNvPr>
          <p:cNvSpPr txBox="1"/>
          <p:nvPr/>
        </p:nvSpPr>
        <p:spPr>
          <a:xfrm>
            <a:off x="315913" y="5408715"/>
            <a:ext cx="135485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i="1" dirty="0"/>
              <a:t>Activity(xml)</a:t>
            </a:r>
          </a:p>
        </p:txBody>
      </p:sp>
    </p:spTree>
    <p:extLst>
      <p:ext uri="{BB962C8B-B14F-4D97-AF65-F5344CB8AC3E}">
        <p14:creationId xmlns:p14="http://schemas.microsoft.com/office/powerpoint/2010/main" val="1011540203"/>
      </p:ext>
    </p:extLst>
  </p:cSld>
  <p:clrMapOvr>
    <a:masterClrMapping/>
  </p:clrMapOvr>
  <p:transition spd="slow">
    <p:push dir="u"/>
  </p:transition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01EC3FE-DA68-417A-9675-591CD79774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</a:t>
            </a:r>
            <a:r>
              <a:rPr lang="en-AU" dirty="0" err="1"/>
              <a:t>inding</a:t>
            </a:r>
            <a:r>
              <a:rPr lang="en-AU" dirty="0"/>
              <a:t> Event to the Button – Native Method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CA26E42-DB6D-4B2B-A70B-BEBE7CDF81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29</a:t>
            </a:fld>
            <a:endParaRPr lang="en-AU" noProof="0"/>
          </a:p>
        </p:txBody>
      </p:sp>
      <p:pic>
        <p:nvPicPr>
          <p:cNvPr id="21" name="Content Placeholder 20">
            <a:extLst>
              <a:ext uri="{FF2B5EF4-FFF2-40B4-BE49-F238E27FC236}">
                <a16:creationId xmlns:a16="http://schemas.microsoft.com/office/drawing/2014/main" id="{165ED543-7E2B-42AF-85CD-7ECE5F337A4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001713" y="1581944"/>
            <a:ext cx="4029075" cy="4276725"/>
          </a:xfrm>
          <a:prstGeom prst="rect">
            <a:avLst/>
          </a:prstGeom>
        </p:spPr>
      </p:pic>
      <p:pic>
        <p:nvPicPr>
          <p:cNvPr id="22" name="Content Placeholder 21">
            <a:extLst>
              <a:ext uri="{FF2B5EF4-FFF2-40B4-BE49-F238E27FC236}">
                <a16:creationId xmlns:a16="http://schemas.microsoft.com/office/drawing/2014/main" id="{8A42AACF-E658-4E45-B06C-0DF63B9842DF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6324600" y="3398440"/>
            <a:ext cx="5400675" cy="643733"/>
          </a:xfrm>
          <a:prstGeom prst="rect">
            <a:avLst/>
          </a:prstGeom>
        </p:spPr>
      </p:pic>
      <p:sp>
        <p:nvSpPr>
          <p:cNvPr id="23" name="Rectangle 22">
            <a:extLst>
              <a:ext uri="{FF2B5EF4-FFF2-40B4-BE49-F238E27FC236}">
                <a16:creationId xmlns:a16="http://schemas.microsoft.com/office/drawing/2014/main" id="{BADA296E-4D49-47E3-A60E-607C8B8005D2}"/>
              </a:ext>
            </a:extLst>
          </p:cNvPr>
          <p:cNvSpPr/>
          <p:nvPr/>
        </p:nvSpPr>
        <p:spPr>
          <a:xfrm>
            <a:off x="1223638" y="1953116"/>
            <a:ext cx="1466295" cy="23079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A4CC2AED-E997-4EBC-BB3C-05316B1777E9}"/>
              </a:ext>
            </a:extLst>
          </p:cNvPr>
          <p:cNvSpPr/>
          <p:nvPr/>
        </p:nvSpPr>
        <p:spPr>
          <a:xfrm>
            <a:off x="1494691" y="4115502"/>
            <a:ext cx="3006287" cy="174316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57E65CB7-DA06-47C9-BCF9-EFD4F496F073}"/>
              </a:ext>
            </a:extLst>
          </p:cNvPr>
          <p:cNvSpPr/>
          <p:nvPr/>
        </p:nvSpPr>
        <p:spPr>
          <a:xfrm>
            <a:off x="6324600" y="3711413"/>
            <a:ext cx="4754732" cy="276915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26" name="TextBox 14">
            <a:extLst>
              <a:ext uri="{FF2B5EF4-FFF2-40B4-BE49-F238E27FC236}">
                <a16:creationId xmlns:a16="http://schemas.microsoft.com/office/drawing/2014/main" id="{9D8288FA-D48D-4DA9-8AFB-C978AC49FAC2}"/>
              </a:ext>
            </a:extLst>
          </p:cNvPr>
          <p:cNvSpPr txBox="1"/>
          <p:nvPr/>
        </p:nvSpPr>
        <p:spPr>
          <a:xfrm>
            <a:off x="1001713" y="5985731"/>
            <a:ext cx="1486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i="1" dirty="0"/>
              <a:t>Activity (Java)</a:t>
            </a:r>
          </a:p>
        </p:txBody>
      </p:sp>
    </p:spTree>
    <p:extLst>
      <p:ext uri="{BB962C8B-B14F-4D97-AF65-F5344CB8AC3E}">
        <p14:creationId xmlns:p14="http://schemas.microsoft.com/office/powerpoint/2010/main" val="4128326343"/>
      </p:ext>
    </p:extLst>
  </p:cSld>
  <p:clrMapOvr>
    <a:masterClrMapping/>
  </p:clrMapOvr>
  <p:transition spd="slow">
    <p:push dir="u"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30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A</a:t>
            </a:r>
            <a:r>
              <a:rPr lang="en-US" altLang="zh-CN" dirty="0" err="1"/>
              <a:t>ndroid</a:t>
            </a:r>
            <a:r>
              <a:rPr lang="en-US" altLang="zh-CN" dirty="0"/>
              <a:t> Studio</a:t>
            </a:r>
            <a:endParaRPr lang="en-AU" dirty="0"/>
          </a:p>
          <a:p>
            <a:endParaRPr lang="en-AU" b="0" dirty="0"/>
          </a:p>
          <a:p>
            <a:r>
              <a:rPr lang="en-AU" sz="2400" b="0" i="1" dirty="0"/>
              <a:t>- Add button: using a third-party library</a:t>
            </a:r>
          </a:p>
        </p:txBody>
      </p:sp>
    </p:spTree>
    <p:extLst>
      <p:ext uri="{BB962C8B-B14F-4D97-AF65-F5344CB8AC3E}">
        <p14:creationId xmlns:p14="http://schemas.microsoft.com/office/powerpoint/2010/main" val="4062959154"/>
      </p:ext>
    </p:extLst>
  </p:cSld>
  <p:clrMapOvr>
    <a:masterClrMapping/>
  </p:clrMapOvr>
  <p:transition spd="slow">
    <p:push dir="u"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extLst>
              <a:ext uri="{FF2B5EF4-FFF2-40B4-BE49-F238E27FC236}">
                <a16:creationId xmlns:a16="http://schemas.microsoft.com/office/drawing/2014/main" id="{89B6F0DA-1CE1-B949-B39A-6E37F00DF3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5958" y="2155435"/>
            <a:ext cx="4844999" cy="2533879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801EC3FE-DA68-417A-9675-591CD79774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Adding libraries - Gradle 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CA26E42-DB6D-4B2B-A70B-BEBE7CDF81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31</a:t>
            </a:fld>
            <a:endParaRPr lang="en-AU" noProof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ED78534B-D78C-3A4D-8A60-4A4F746A9E7A}"/>
              </a:ext>
            </a:extLst>
          </p:cNvPr>
          <p:cNvSpPr/>
          <p:nvPr/>
        </p:nvSpPr>
        <p:spPr>
          <a:xfrm>
            <a:off x="385941" y="5846098"/>
            <a:ext cx="592040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>
                <a:hlinkClick r:id="rId3"/>
              </a:rPr>
              <a:t>https://developer.android.com/studio/build</a:t>
            </a:r>
            <a:endParaRPr lang="en-US" dirty="0">
              <a:hlinkClick r:id="rId4"/>
            </a:endParaRPr>
          </a:p>
          <a:p>
            <a:r>
              <a:rPr lang="en-US" dirty="0">
                <a:hlinkClick r:id="rId4"/>
              </a:rPr>
              <a:t>https://developer.android.com/studio/releases/gradle-plugin</a:t>
            </a:r>
            <a:endParaRPr lang="en-CN" dirty="0"/>
          </a:p>
        </p:txBody>
      </p:sp>
      <p:sp>
        <p:nvSpPr>
          <p:cNvPr id="22" name="Content Placeholder 4">
            <a:extLst>
              <a:ext uri="{FF2B5EF4-FFF2-40B4-BE49-F238E27FC236}">
                <a16:creationId xmlns:a16="http://schemas.microsoft.com/office/drawing/2014/main" id="{FDF45AE2-D06D-9246-8BE0-0C8C2E59C4BD}"/>
              </a:ext>
            </a:extLst>
          </p:cNvPr>
          <p:cNvSpPr txBox="1">
            <a:spLocks/>
          </p:cNvSpPr>
          <p:nvPr/>
        </p:nvSpPr>
        <p:spPr>
          <a:xfrm>
            <a:off x="5503007" y="1824964"/>
            <a:ext cx="5400000" cy="357350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dirty="0"/>
              <a:t>The Android Studio build system is based on Gradle.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AU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dirty="0"/>
              <a:t>The Android Gradle plugin adds several features that are specific to building Android apps. 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994518C-AB37-1F46-8127-9F32973B6088}"/>
              </a:ext>
            </a:extLst>
          </p:cNvPr>
          <p:cNvSpPr/>
          <p:nvPr/>
        </p:nvSpPr>
        <p:spPr>
          <a:xfrm>
            <a:off x="1256886" y="2542783"/>
            <a:ext cx="3739184" cy="233871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N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C69E5566-D11C-AA48-BA0B-769AA992D05B}"/>
              </a:ext>
            </a:extLst>
          </p:cNvPr>
          <p:cNvSpPr/>
          <p:nvPr/>
        </p:nvSpPr>
        <p:spPr>
          <a:xfrm>
            <a:off x="1256486" y="2794520"/>
            <a:ext cx="2348105" cy="233871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N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8BEB8CC-3817-6F4F-A585-B036EF63DD00}"/>
              </a:ext>
            </a:extLst>
          </p:cNvPr>
          <p:cNvSpPr/>
          <p:nvPr/>
        </p:nvSpPr>
        <p:spPr>
          <a:xfrm>
            <a:off x="2617301" y="2155585"/>
            <a:ext cx="197458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AU" dirty="0">
                <a:solidFill>
                  <a:srgbClr val="FF0000"/>
                </a:solidFill>
              </a:rPr>
              <a:t>Project level </a:t>
            </a:r>
            <a:r>
              <a:rPr lang="en-AU" dirty="0" err="1">
                <a:solidFill>
                  <a:srgbClr val="FF0000"/>
                </a:solidFill>
              </a:rPr>
              <a:t>gradle</a:t>
            </a:r>
            <a:endParaRPr lang="en-CN" dirty="0">
              <a:solidFill>
                <a:srgbClr val="FF0000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BBFA45C2-75CD-9A47-ABA5-4515DA3573B8}"/>
              </a:ext>
            </a:extLst>
          </p:cNvPr>
          <p:cNvSpPr/>
          <p:nvPr/>
        </p:nvSpPr>
        <p:spPr>
          <a:xfrm>
            <a:off x="3552895" y="2726789"/>
            <a:ext cx="16897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AU" dirty="0">
                <a:solidFill>
                  <a:srgbClr val="FF0000"/>
                </a:solidFill>
              </a:rPr>
              <a:t>App level </a:t>
            </a:r>
            <a:r>
              <a:rPr lang="en-AU" dirty="0" err="1">
                <a:solidFill>
                  <a:srgbClr val="FF0000"/>
                </a:solidFill>
              </a:rPr>
              <a:t>gradle</a:t>
            </a:r>
            <a:endParaRPr lang="en-CN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38480941"/>
      </p:ext>
    </p:extLst>
  </p:cSld>
  <p:clrMapOvr>
    <a:masterClrMapping/>
  </p:clrMapOvr>
  <p:transition spd="slow">
    <p:push dir="u"/>
  </p:transition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01EC3FE-DA68-417A-9675-591CD79774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</a:t>
            </a:r>
            <a:r>
              <a:rPr lang="en-AU" dirty="0" err="1"/>
              <a:t>inding</a:t>
            </a:r>
            <a:r>
              <a:rPr lang="en-AU" dirty="0"/>
              <a:t> Event to the Button – Butter Knife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CA26E42-DB6D-4B2B-A70B-BEBE7CDF81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32</a:t>
            </a:fld>
            <a:endParaRPr lang="en-AU" noProof="0"/>
          </a:p>
        </p:txBody>
      </p:sp>
      <p:pic>
        <p:nvPicPr>
          <p:cNvPr id="32" name="Content Placeholder 31">
            <a:extLst>
              <a:ext uri="{FF2B5EF4-FFF2-40B4-BE49-F238E27FC236}">
                <a16:creationId xmlns:a16="http://schemas.microsoft.com/office/drawing/2014/main" id="{733BF11C-5AF5-4C12-BF03-502ACEC2E78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466725" y="1711255"/>
            <a:ext cx="5400675" cy="1739893"/>
          </a:xfrm>
          <a:prstGeom prst="rect">
            <a:avLst/>
          </a:prstGeom>
        </p:spPr>
      </p:pic>
      <p:sp>
        <p:nvSpPr>
          <p:cNvPr id="33" name="Rectangle 32">
            <a:extLst>
              <a:ext uri="{FF2B5EF4-FFF2-40B4-BE49-F238E27FC236}">
                <a16:creationId xmlns:a16="http://schemas.microsoft.com/office/drawing/2014/main" id="{B8955B99-23C7-4057-B2A8-FD9D13679647}"/>
              </a:ext>
            </a:extLst>
          </p:cNvPr>
          <p:cNvSpPr/>
          <p:nvPr/>
        </p:nvSpPr>
        <p:spPr>
          <a:xfrm>
            <a:off x="548178" y="1832333"/>
            <a:ext cx="1697763" cy="171258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7C9915D2-C276-4C22-B38B-B90559159895}"/>
              </a:ext>
            </a:extLst>
          </p:cNvPr>
          <p:cNvSpPr/>
          <p:nvPr/>
        </p:nvSpPr>
        <p:spPr>
          <a:xfrm>
            <a:off x="2751861" y="2225532"/>
            <a:ext cx="843487" cy="168796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1A05B11F-92B7-4879-AEA1-87184AAF4E0A}"/>
              </a:ext>
            </a:extLst>
          </p:cNvPr>
          <p:cNvSpPr/>
          <p:nvPr/>
        </p:nvSpPr>
        <p:spPr>
          <a:xfrm>
            <a:off x="2751861" y="3109994"/>
            <a:ext cx="2388201" cy="168796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pic>
        <p:nvPicPr>
          <p:cNvPr id="38" name="Content Placeholder 37">
            <a:extLst>
              <a:ext uri="{FF2B5EF4-FFF2-40B4-BE49-F238E27FC236}">
                <a16:creationId xmlns:a16="http://schemas.microsoft.com/office/drawing/2014/main" id="{79DEA7A8-5E25-4AEC-945F-D407C8A12A6C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6324600" y="1711255"/>
            <a:ext cx="5400675" cy="4018102"/>
          </a:xfrm>
          <a:prstGeom prst="rect">
            <a:avLst/>
          </a:prstGeom>
        </p:spPr>
      </p:pic>
      <p:sp>
        <p:nvSpPr>
          <p:cNvPr id="39" name="Rectangle 38">
            <a:extLst>
              <a:ext uri="{FF2B5EF4-FFF2-40B4-BE49-F238E27FC236}">
                <a16:creationId xmlns:a16="http://schemas.microsoft.com/office/drawing/2014/main" id="{B1B30DC2-AFF8-4299-9F6E-A4D824C0E1A1}"/>
              </a:ext>
            </a:extLst>
          </p:cNvPr>
          <p:cNvSpPr/>
          <p:nvPr/>
        </p:nvSpPr>
        <p:spPr>
          <a:xfrm>
            <a:off x="6533965" y="2041863"/>
            <a:ext cx="1020932" cy="133166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26C579F5-05D6-40A9-BFD4-34A800495E4B}"/>
              </a:ext>
            </a:extLst>
          </p:cNvPr>
          <p:cNvSpPr/>
          <p:nvPr/>
        </p:nvSpPr>
        <p:spPr>
          <a:xfrm>
            <a:off x="8399755" y="3863264"/>
            <a:ext cx="1685278" cy="385835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BFA97FD2-9543-47E2-9FF3-8160367F03C2}"/>
              </a:ext>
            </a:extLst>
          </p:cNvPr>
          <p:cNvSpPr/>
          <p:nvPr/>
        </p:nvSpPr>
        <p:spPr>
          <a:xfrm>
            <a:off x="8399755" y="5249660"/>
            <a:ext cx="2305235" cy="385835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0FBC35AE-03AE-436D-BEEC-D2C5D7786E8F}"/>
              </a:ext>
            </a:extLst>
          </p:cNvPr>
          <p:cNvSpPr/>
          <p:nvPr/>
        </p:nvSpPr>
        <p:spPr>
          <a:xfrm>
            <a:off x="466725" y="4956325"/>
            <a:ext cx="442204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AU" dirty="0">
                <a:hlinkClick r:id="rId4"/>
              </a:rPr>
              <a:t>https://github.com/JakeWharton/butterknife</a:t>
            </a:r>
            <a:endParaRPr lang="en-AU" dirty="0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49A7BFCE-5423-481B-BA9B-B29BB56B5865}"/>
              </a:ext>
            </a:extLst>
          </p:cNvPr>
          <p:cNvSpPr/>
          <p:nvPr/>
        </p:nvSpPr>
        <p:spPr>
          <a:xfrm>
            <a:off x="466725" y="5360025"/>
            <a:ext cx="42026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AU" dirty="0">
                <a:hlinkClick r:id="rId5"/>
              </a:rPr>
              <a:t>https://jakewharton.github.io/butterknife/</a:t>
            </a:r>
            <a:endParaRPr lang="en-AU" dirty="0"/>
          </a:p>
        </p:txBody>
      </p:sp>
      <p:sp>
        <p:nvSpPr>
          <p:cNvPr id="44" name="TextBox 14">
            <a:extLst>
              <a:ext uri="{FF2B5EF4-FFF2-40B4-BE49-F238E27FC236}">
                <a16:creationId xmlns:a16="http://schemas.microsoft.com/office/drawing/2014/main" id="{BC223A56-8D35-4F89-A247-F25772F1368F}"/>
              </a:ext>
            </a:extLst>
          </p:cNvPr>
          <p:cNvSpPr txBox="1"/>
          <p:nvPr/>
        </p:nvSpPr>
        <p:spPr>
          <a:xfrm>
            <a:off x="6324600" y="5987835"/>
            <a:ext cx="23857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i="1" dirty="0" err="1"/>
              <a:t>build.gradle</a:t>
            </a:r>
            <a:r>
              <a:rPr lang="en-AU" i="1" dirty="0"/>
              <a:t> (app level) </a:t>
            </a:r>
          </a:p>
        </p:txBody>
      </p:sp>
      <p:sp>
        <p:nvSpPr>
          <p:cNvPr id="46" name="TextBox 14">
            <a:extLst>
              <a:ext uri="{FF2B5EF4-FFF2-40B4-BE49-F238E27FC236}">
                <a16:creationId xmlns:a16="http://schemas.microsoft.com/office/drawing/2014/main" id="{49F6FEC2-8D6E-48C1-93E0-2C31D5A08054}"/>
              </a:ext>
            </a:extLst>
          </p:cNvPr>
          <p:cNvSpPr txBox="1"/>
          <p:nvPr/>
        </p:nvSpPr>
        <p:spPr>
          <a:xfrm>
            <a:off x="466725" y="3572226"/>
            <a:ext cx="268387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i="1" dirty="0" err="1"/>
              <a:t>build.gradle</a:t>
            </a:r>
            <a:r>
              <a:rPr lang="en-AU" i="1" dirty="0"/>
              <a:t> (project level) 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1D0A4504-8550-48D7-B218-FF9904129B56}"/>
              </a:ext>
            </a:extLst>
          </p:cNvPr>
          <p:cNvSpPr/>
          <p:nvPr/>
        </p:nvSpPr>
        <p:spPr>
          <a:xfrm>
            <a:off x="8285825" y="1789194"/>
            <a:ext cx="1497367" cy="21439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9399697"/>
      </p:ext>
    </p:extLst>
  </p:cSld>
  <p:clrMapOvr>
    <a:masterClrMapping/>
  </p:clrMapOvr>
  <p:transition spd="slow">
    <p:push dir="u"/>
  </p:transition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01EC3FE-DA68-417A-9675-591CD79774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</a:t>
            </a:r>
            <a:r>
              <a:rPr lang="en-AU" dirty="0" err="1"/>
              <a:t>inding</a:t>
            </a:r>
            <a:r>
              <a:rPr lang="en-AU" dirty="0"/>
              <a:t> Event to the Button – Butter Knife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CA26E42-DB6D-4B2B-A70B-BEBE7CDF81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t>33</a:t>
            </a:fld>
            <a:endParaRPr lang="en-AU" noProof="0"/>
          </a:p>
        </p:txBody>
      </p:sp>
      <p:pic>
        <p:nvPicPr>
          <p:cNvPr id="10" name="Content Placeholder 9">
            <a:extLst>
              <a:ext uri="{FF2B5EF4-FFF2-40B4-BE49-F238E27FC236}">
                <a16:creationId xmlns:a16="http://schemas.microsoft.com/office/drawing/2014/main" id="{AB1D3E26-B6F0-42F1-A8F9-FBF0FB3FA7F2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2"/>
          <a:stretch>
            <a:fillRect/>
          </a:stretch>
        </p:blipFill>
        <p:spPr>
          <a:xfrm>
            <a:off x="7082723" y="1531938"/>
            <a:ext cx="3884429" cy="4376737"/>
          </a:xfrm>
          <a:prstGeom prst="rect">
            <a:avLst/>
          </a:prstGeom>
        </p:spPr>
      </p:pic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31084EB4-02A0-4C90-8F53-949A032A1B6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695325" y="1526773"/>
            <a:ext cx="5400675" cy="2200690"/>
          </a:xfrm>
          <a:prstGeom prst="rect">
            <a:avLst/>
          </a:prstGeom>
        </p:spPr>
      </p:pic>
      <p:sp>
        <p:nvSpPr>
          <p:cNvPr id="17" name="Rectangle 16">
            <a:extLst>
              <a:ext uri="{FF2B5EF4-FFF2-40B4-BE49-F238E27FC236}">
                <a16:creationId xmlns:a16="http://schemas.microsoft.com/office/drawing/2014/main" id="{8A0A4313-E4D2-4009-853E-1732C16D3903}"/>
              </a:ext>
            </a:extLst>
          </p:cNvPr>
          <p:cNvSpPr/>
          <p:nvPr/>
        </p:nvSpPr>
        <p:spPr>
          <a:xfrm>
            <a:off x="846648" y="2200428"/>
            <a:ext cx="1334932" cy="13538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88922AA4-6319-48A0-99AD-75F3DB3FA945}"/>
              </a:ext>
            </a:extLst>
          </p:cNvPr>
          <p:cNvSpPr/>
          <p:nvPr/>
        </p:nvSpPr>
        <p:spPr>
          <a:xfrm>
            <a:off x="2728196" y="3222840"/>
            <a:ext cx="2178828" cy="37138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38A60C2A-8D06-4EB3-8FE4-F9062BDD6926}"/>
              </a:ext>
            </a:extLst>
          </p:cNvPr>
          <p:cNvSpPr/>
          <p:nvPr/>
        </p:nvSpPr>
        <p:spPr>
          <a:xfrm>
            <a:off x="7525946" y="2115846"/>
            <a:ext cx="978862" cy="290003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A5A3D5C2-5120-45DE-98AB-83182EF3E621}"/>
              </a:ext>
            </a:extLst>
          </p:cNvPr>
          <p:cNvSpPr/>
          <p:nvPr/>
        </p:nvSpPr>
        <p:spPr>
          <a:xfrm>
            <a:off x="7525946" y="4697768"/>
            <a:ext cx="2798784" cy="290003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4D1D7A89-2512-46E0-A30B-438D8E24C6D9}"/>
              </a:ext>
            </a:extLst>
          </p:cNvPr>
          <p:cNvSpPr/>
          <p:nvPr/>
        </p:nvSpPr>
        <p:spPr>
          <a:xfrm>
            <a:off x="7525946" y="5193460"/>
            <a:ext cx="1511522" cy="509526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pic>
        <p:nvPicPr>
          <p:cNvPr id="29" name="Content Placeholder 21">
            <a:extLst>
              <a:ext uri="{FF2B5EF4-FFF2-40B4-BE49-F238E27FC236}">
                <a16:creationId xmlns:a16="http://schemas.microsoft.com/office/drawing/2014/main" id="{856E7259-4C7B-4FB4-9EC0-6DC1733F7C9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5325" y="5290289"/>
            <a:ext cx="5400675" cy="643733"/>
          </a:xfrm>
          <a:prstGeom prst="rect">
            <a:avLst/>
          </a:prstGeom>
        </p:spPr>
      </p:pic>
      <p:sp>
        <p:nvSpPr>
          <p:cNvPr id="30" name="Rectangle 29">
            <a:extLst>
              <a:ext uri="{FF2B5EF4-FFF2-40B4-BE49-F238E27FC236}">
                <a16:creationId xmlns:a16="http://schemas.microsoft.com/office/drawing/2014/main" id="{BD0F9E5A-3487-4A17-9153-5381FBB86A3E}"/>
              </a:ext>
            </a:extLst>
          </p:cNvPr>
          <p:cNvSpPr/>
          <p:nvPr/>
        </p:nvSpPr>
        <p:spPr>
          <a:xfrm>
            <a:off x="773729" y="5612155"/>
            <a:ext cx="4754732" cy="276915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1B70842-52D5-466E-97C8-A565FF86BC22}"/>
              </a:ext>
            </a:extLst>
          </p:cNvPr>
          <p:cNvSpPr txBox="1"/>
          <p:nvPr/>
        </p:nvSpPr>
        <p:spPr>
          <a:xfrm>
            <a:off x="617041" y="4920957"/>
            <a:ext cx="7775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i="1" dirty="0"/>
              <a:t>Result</a:t>
            </a:r>
          </a:p>
        </p:txBody>
      </p:sp>
      <p:sp>
        <p:nvSpPr>
          <p:cNvPr id="31" name="TextBox 14">
            <a:extLst>
              <a:ext uri="{FF2B5EF4-FFF2-40B4-BE49-F238E27FC236}">
                <a16:creationId xmlns:a16="http://schemas.microsoft.com/office/drawing/2014/main" id="{BC223A56-8D35-4F89-A247-F25772F1368F}"/>
              </a:ext>
            </a:extLst>
          </p:cNvPr>
          <p:cNvSpPr txBox="1"/>
          <p:nvPr/>
        </p:nvSpPr>
        <p:spPr>
          <a:xfrm>
            <a:off x="7082723" y="6093602"/>
            <a:ext cx="1486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i="1" dirty="0"/>
              <a:t>Activity (Java)</a:t>
            </a:r>
          </a:p>
        </p:txBody>
      </p:sp>
      <p:sp>
        <p:nvSpPr>
          <p:cNvPr id="32" name="TextBox 14">
            <a:extLst>
              <a:ext uri="{FF2B5EF4-FFF2-40B4-BE49-F238E27FC236}">
                <a16:creationId xmlns:a16="http://schemas.microsoft.com/office/drawing/2014/main" id="{BC223A56-8D35-4F89-A247-F25772F1368F}"/>
              </a:ext>
            </a:extLst>
          </p:cNvPr>
          <p:cNvSpPr txBox="1"/>
          <p:nvPr/>
        </p:nvSpPr>
        <p:spPr>
          <a:xfrm>
            <a:off x="698101" y="3971810"/>
            <a:ext cx="184698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i="1" dirty="0" err="1"/>
              <a:t>gradle.properties</a:t>
            </a:r>
            <a:endParaRPr lang="en-AU" i="1" dirty="0"/>
          </a:p>
        </p:txBody>
      </p:sp>
    </p:spTree>
    <p:extLst>
      <p:ext uri="{BB962C8B-B14F-4D97-AF65-F5344CB8AC3E}">
        <p14:creationId xmlns:p14="http://schemas.microsoft.com/office/powerpoint/2010/main" val="1690758726"/>
      </p:ext>
    </p:extLst>
  </p:cSld>
  <p:clrMapOvr>
    <a:masterClrMapping/>
  </p:clrMapOvr>
  <p:transition spd="slow">
    <p:push dir="u"/>
  </p:transition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01EC3FE-DA68-417A-9675-591CD79774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</a:t>
            </a:r>
            <a:r>
              <a:rPr lang="en-AU" dirty="0" err="1"/>
              <a:t>inding</a:t>
            </a:r>
            <a:r>
              <a:rPr lang="en-AU" dirty="0"/>
              <a:t> Event to the Button – other methods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CA26E42-DB6D-4B2B-A70B-BEBE7CDF81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34</a:t>
            </a:fld>
            <a:endParaRPr lang="en-AU" noProof="0"/>
          </a:p>
        </p:txBody>
      </p:sp>
      <p:sp>
        <p:nvSpPr>
          <p:cNvPr id="22" name="Content Placeholder 4">
            <a:extLst>
              <a:ext uri="{FF2B5EF4-FFF2-40B4-BE49-F238E27FC236}">
                <a16:creationId xmlns:a16="http://schemas.microsoft.com/office/drawing/2014/main" id="{FDF45AE2-D06D-9246-8BE0-0C8C2E59C4BD}"/>
              </a:ext>
            </a:extLst>
          </p:cNvPr>
          <p:cNvSpPr txBox="1">
            <a:spLocks/>
          </p:cNvSpPr>
          <p:nvPr/>
        </p:nvSpPr>
        <p:spPr>
          <a:xfrm>
            <a:off x="1362609" y="1495107"/>
            <a:ext cx="9597449" cy="357350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sz="2400" dirty="0"/>
              <a:t>View binding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AU" sz="2400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sz="2400" dirty="0"/>
              <a:t>Part of Android Jetpack</a:t>
            </a:r>
          </a:p>
          <a:p>
            <a:pPr marL="558900" lvl="1" indent="-342900"/>
            <a:r>
              <a:rPr lang="en-AU" sz="2400" dirty="0"/>
              <a:t>A collection of libraries for best practices 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E953A44-A4E4-7B42-915F-D9192874D2EA}"/>
              </a:ext>
            </a:extLst>
          </p:cNvPr>
          <p:cNvSpPr/>
          <p:nvPr/>
        </p:nvSpPr>
        <p:spPr>
          <a:xfrm>
            <a:off x="1362609" y="5892163"/>
            <a:ext cx="642548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58900" lvl="1" indent="-342900"/>
            <a:r>
              <a:rPr lang="en-AU" dirty="0">
                <a:hlinkClick r:id="rId2"/>
              </a:rPr>
              <a:t>https://developer.android.com/topic/libraries/view-binding</a:t>
            </a:r>
            <a:r>
              <a:rPr lang="en-AU" dirty="0"/>
              <a:t> </a:t>
            </a:r>
          </a:p>
        </p:txBody>
      </p:sp>
      <p:pic>
        <p:nvPicPr>
          <p:cNvPr id="1026" name="Picture 2" descr="Android Developers Blog: What&amp;#39;s New with Android Jetpack and Jetpack Compose">
            <a:extLst>
              <a:ext uri="{FF2B5EF4-FFF2-40B4-BE49-F238E27FC236}">
                <a16:creationId xmlns:a16="http://schemas.microsoft.com/office/drawing/2014/main" id="{C430B9B7-7443-974E-A05C-7DC67286A0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21525" y="1495107"/>
            <a:ext cx="4061534" cy="40615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8F6BCCE4-9E8F-B547-B121-4ADFE468855F}"/>
              </a:ext>
            </a:extLst>
          </p:cNvPr>
          <p:cNvSpPr/>
          <p:nvPr/>
        </p:nvSpPr>
        <p:spPr>
          <a:xfrm>
            <a:off x="1362609" y="5173298"/>
            <a:ext cx="676563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558900" lvl="1" indent="-342900"/>
            <a:r>
              <a:rPr lang="en-AU" sz="2400" i="1" dirty="0"/>
              <a:t>Keep yourself updated! There are always new tools</a:t>
            </a:r>
          </a:p>
        </p:txBody>
      </p:sp>
    </p:spTree>
    <p:extLst>
      <p:ext uri="{BB962C8B-B14F-4D97-AF65-F5344CB8AC3E}">
        <p14:creationId xmlns:p14="http://schemas.microsoft.com/office/powerpoint/2010/main" val="177880519"/>
      </p:ext>
    </p:extLst>
  </p:cSld>
  <p:clrMapOvr>
    <a:masterClrMapping/>
  </p:clrMapOvr>
  <p:transition spd="slow">
    <p:push dir="u"/>
  </p:transition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35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A</a:t>
            </a:r>
            <a:r>
              <a:rPr lang="en-US" altLang="zh-CN" dirty="0" err="1"/>
              <a:t>ndroid</a:t>
            </a:r>
            <a:r>
              <a:rPr lang="en-US" altLang="zh-CN" dirty="0"/>
              <a:t> Studio</a:t>
            </a:r>
            <a:endParaRPr lang="en-AU" dirty="0"/>
          </a:p>
          <a:p>
            <a:endParaRPr lang="en-AU" b="0" dirty="0"/>
          </a:p>
          <a:p>
            <a:r>
              <a:rPr lang="en-AU" sz="2400" b="0" i="1" dirty="0"/>
              <a:t>- Create Second Activity</a:t>
            </a:r>
          </a:p>
        </p:txBody>
      </p:sp>
    </p:spTree>
    <p:extLst>
      <p:ext uri="{BB962C8B-B14F-4D97-AF65-F5344CB8AC3E}">
        <p14:creationId xmlns:p14="http://schemas.microsoft.com/office/powerpoint/2010/main" val="2180268257"/>
      </p:ext>
    </p:extLst>
  </p:cSld>
  <p:clrMapOvr>
    <a:masterClrMapping/>
  </p:clrMapOvr>
  <p:transition spd="slow">
    <p:push dir="u"/>
  </p:transition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altLang="zh-CN" dirty="0"/>
              <a:t>Create the Second Activity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36</a:t>
            </a:fld>
            <a:endParaRPr lang="en-AU" noProof="0"/>
          </a:p>
        </p:txBody>
      </p:sp>
      <p:pic>
        <p:nvPicPr>
          <p:cNvPr id="8" name="Content Placeholder 7">
            <a:extLst>
              <a:ext uri="{FF2B5EF4-FFF2-40B4-BE49-F238E27FC236}">
                <a16:creationId xmlns:a16="http://schemas.microsoft.com/office/drawing/2014/main" id="{39DA86AA-DFFC-4957-995E-976AC33D6C7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593976" y="1531938"/>
            <a:ext cx="4844548" cy="4376737"/>
          </a:xfrm>
          <a:prstGeom prst="rect">
            <a:avLst/>
          </a:prstGeom>
        </p:spPr>
      </p:pic>
      <p:pic>
        <p:nvPicPr>
          <p:cNvPr id="3" name="Content Placeholder 2">
            <a:extLst>
              <a:ext uri="{FF2B5EF4-FFF2-40B4-BE49-F238E27FC236}">
                <a16:creationId xmlns:a16="http://schemas.microsoft.com/office/drawing/2014/main" id="{3A8EA482-8709-4957-8B1D-C670B8243673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4"/>
          <a:stretch>
            <a:fillRect/>
          </a:stretch>
        </p:blipFill>
        <p:spPr>
          <a:xfrm>
            <a:off x="6427439" y="1531938"/>
            <a:ext cx="5194996" cy="4376737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C72E3F0A-E5F4-4A91-92AD-2E1E00D8CDA8}"/>
              </a:ext>
            </a:extLst>
          </p:cNvPr>
          <p:cNvSpPr/>
          <p:nvPr/>
        </p:nvSpPr>
        <p:spPr>
          <a:xfrm>
            <a:off x="3766004" y="5008502"/>
            <a:ext cx="1672520" cy="21156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A61BB3E3-97FA-400C-B1C6-31FF8A2F18ED}"/>
              </a:ext>
            </a:extLst>
          </p:cNvPr>
          <p:cNvSpPr/>
          <p:nvPr/>
        </p:nvSpPr>
        <p:spPr>
          <a:xfrm>
            <a:off x="10960059" y="5611387"/>
            <a:ext cx="545401" cy="22124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38914797"/>
      </p:ext>
    </p:extLst>
  </p:cSld>
  <p:clrMapOvr>
    <a:masterClrMapping/>
  </p:clrMapOvr>
  <p:transition spd="slow">
    <p:push dir="u"/>
  </p:transition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altLang="zh-CN" dirty="0"/>
              <a:t>Create the Second Activity </a:t>
            </a:r>
            <a:br>
              <a:rPr lang="en-AU" altLang="zh-CN" dirty="0"/>
            </a:br>
            <a:r>
              <a:rPr lang="en-AU" altLang="zh-CN" dirty="0"/>
              <a:t>–</a:t>
            </a:r>
            <a:r>
              <a:rPr lang="en-US" altLang="zh-CN" dirty="0"/>
              <a:t> </a:t>
            </a:r>
            <a:r>
              <a:rPr lang="en-AU" altLang="zh-CN" dirty="0"/>
              <a:t>Generated Scripts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37</a:t>
            </a:fld>
            <a:endParaRPr lang="en-AU" noProof="0"/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4CDC8B5B-A48B-4045-8EA9-E04CA05E5D5B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814361" y="1869864"/>
            <a:ext cx="4957423" cy="3915583"/>
          </a:xfrm>
          <a:prstGeom prst="rect">
            <a:avLst/>
          </a:prstGeom>
        </p:spPr>
      </p:pic>
      <p:sp>
        <p:nvSpPr>
          <p:cNvPr id="13" name="Rectangle 12">
            <a:extLst>
              <a:ext uri="{FF2B5EF4-FFF2-40B4-BE49-F238E27FC236}">
                <a16:creationId xmlns:a16="http://schemas.microsoft.com/office/drawing/2014/main" id="{49F308B6-D3C3-415F-AE3F-3B70DAFF82F7}"/>
              </a:ext>
            </a:extLst>
          </p:cNvPr>
          <p:cNvSpPr/>
          <p:nvPr/>
        </p:nvSpPr>
        <p:spPr>
          <a:xfrm>
            <a:off x="1293755" y="3713627"/>
            <a:ext cx="2852117" cy="167598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6" name="Content Placeholder 15">
            <a:extLst>
              <a:ext uri="{FF2B5EF4-FFF2-40B4-BE49-F238E27FC236}">
                <a16:creationId xmlns:a16="http://schemas.microsoft.com/office/drawing/2014/main" id="{0A693193-B698-4D3B-800C-962C6800F9FA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4"/>
          <a:stretch>
            <a:fillRect/>
          </a:stretch>
        </p:blipFill>
        <p:spPr>
          <a:xfrm>
            <a:off x="6293026" y="1459980"/>
            <a:ext cx="5084612" cy="2421244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4F686982-B4D7-442C-984F-A0EB3A2E754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293027" y="4245596"/>
            <a:ext cx="5084612" cy="2022482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860C5F0F-848F-43EB-AA38-03C7974EB129}"/>
              </a:ext>
            </a:extLst>
          </p:cNvPr>
          <p:cNvSpPr txBox="1"/>
          <p:nvPr/>
        </p:nvSpPr>
        <p:spPr>
          <a:xfrm>
            <a:off x="814361" y="6268078"/>
            <a:ext cx="21453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/>
              <a:t>AndroidManifest.xml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6963143-A7CC-44EA-8992-39F1BA389E64}"/>
              </a:ext>
            </a:extLst>
          </p:cNvPr>
          <p:cNvSpPr txBox="1"/>
          <p:nvPr/>
        </p:nvSpPr>
        <p:spPr>
          <a:xfrm>
            <a:off x="6256171" y="3878744"/>
            <a:ext cx="165622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/>
              <a:t>Activity 2 (Java)</a:t>
            </a:r>
          </a:p>
        </p:txBody>
      </p:sp>
      <p:sp>
        <p:nvSpPr>
          <p:cNvPr id="20" name="TextBox 14">
            <a:extLst>
              <a:ext uri="{FF2B5EF4-FFF2-40B4-BE49-F238E27FC236}">
                <a16:creationId xmlns:a16="http://schemas.microsoft.com/office/drawing/2014/main" id="{BC223A56-8D35-4F89-A247-F25772F1368F}"/>
              </a:ext>
            </a:extLst>
          </p:cNvPr>
          <p:cNvSpPr txBox="1"/>
          <p:nvPr/>
        </p:nvSpPr>
        <p:spPr>
          <a:xfrm>
            <a:off x="6293026" y="6373785"/>
            <a:ext cx="157767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i="1" dirty="0"/>
              <a:t>Activity 2 (xml)</a:t>
            </a:r>
          </a:p>
        </p:txBody>
      </p:sp>
    </p:spTree>
    <p:extLst>
      <p:ext uri="{BB962C8B-B14F-4D97-AF65-F5344CB8AC3E}">
        <p14:creationId xmlns:p14="http://schemas.microsoft.com/office/powerpoint/2010/main" val="2381884190"/>
      </p:ext>
    </p:extLst>
  </p:cSld>
  <p:clrMapOvr>
    <a:masterClrMapping/>
  </p:clrMapOvr>
  <p:transition spd="slow">
    <p:push dir="u"/>
  </p:transition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38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A</a:t>
            </a:r>
            <a:r>
              <a:rPr lang="en-US" altLang="zh-CN" dirty="0" err="1"/>
              <a:t>ndroid</a:t>
            </a:r>
            <a:r>
              <a:rPr lang="en-US" altLang="zh-CN" dirty="0"/>
              <a:t> Studio</a:t>
            </a:r>
            <a:endParaRPr lang="en-AU" dirty="0"/>
          </a:p>
          <a:p>
            <a:endParaRPr lang="en-AU" b="0" dirty="0"/>
          </a:p>
          <a:p>
            <a:r>
              <a:rPr lang="en-AU" sz="2400" b="0" i="1" dirty="0"/>
              <a:t>- Communicate between First Activity and Second Activity</a:t>
            </a:r>
          </a:p>
        </p:txBody>
      </p:sp>
    </p:spTree>
    <p:extLst>
      <p:ext uri="{BB962C8B-B14F-4D97-AF65-F5344CB8AC3E}">
        <p14:creationId xmlns:p14="http://schemas.microsoft.com/office/powerpoint/2010/main" val="780389320"/>
      </p:ext>
    </p:extLst>
  </p:cSld>
  <p:clrMapOvr>
    <a:masterClrMapping/>
  </p:clrMapOvr>
  <p:transition spd="slow">
    <p:push dir="u"/>
  </p:transition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Explicit Intents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39</a:t>
            </a:fld>
            <a:endParaRPr lang="en-AU" noProof="0"/>
          </a:p>
        </p:txBody>
      </p:sp>
      <p:pic>
        <p:nvPicPr>
          <p:cNvPr id="15" name="Content Placeholder 14">
            <a:extLst>
              <a:ext uri="{FF2B5EF4-FFF2-40B4-BE49-F238E27FC236}">
                <a16:creationId xmlns:a16="http://schemas.microsoft.com/office/drawing/2014/main" id="{EBD6BD4F-7774-4E3C-86EF-504BE2F4426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677863" y="2977356"/>
            <a:ext cx="4676775" cy="1485900"/>
          </a:xfrm>
          <a:prstGeom prst="rect">
            <a:avLst/>
          </a:prstGeom>
        </p:spPr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60433EB4-EB16-4078-ADB5-3250C2373A02}"/>
              </a:ext>
            </a:extLst>
          </p:cNvPr>
          <p:cNvSpPr/>
          <p:nvPr/>
        </p:nvSpPr>
        <p:spPr>
          <a:xfrm>
            <a:off x="1107324" y="3720306"/>
            <a:ext cx="4148257" cy="742950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0" name="Content Placeholder 19">
            <a:extLst>
              <a:ext uri="{FF2B5EF4-FFF2-40B4-BE49-F238E27FC236}">
                <a16:creationId xmlns:a16="http://schemas.microsoft.com/office/drawing/2014/main" id="{0214DDE5-47F3-46FD-BF18-2FF0A6B4590A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4"/>
          <a:stretch>
            <a:fillRect/>
          </a:stretch>
        </p:blipFill>
        <p:spPr>
          <a:xfrm>
            <a:off x="6824662" y="2239169"/>
            <a:ext cx="4400550" cy="2962275"/>
          </a:xfrm>
          <a:prstGeom prst="rect">
            <a:avLst/>
          </a:prstGeom>
        </p:spPr>
      </p:pic>
      <p:sp>
        <p:nvSpPr>
          <p:cNvPr id="21" name="Rectangle 20">
            <a:extLst>
              <a:ext uri="{FF2B5EF4-FFF2-40B4-BE49-F238E27FC236}">
                <a16:creationId xmlns:a16="http://schemas.microsoft.com/office/drawing/2014/main" id="{41B2FD19-8650-41A1-859E-BF0C5746C0A5}"/>
              </a:ext>
            </a:extLst>
          </p:cNvPr>
          <p:cNvSpPr/>
          <p:nvPr/>
        </p:nvSpPr>
        <p:spPr>
          <a:xfrm>
            <a:off x="7234802" y="4227813"/>
            <a:ext cx="3725257" cy="47735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CB8580C-51C4-48C7-B710-0633C3E6B8CB}"/>
              </a:ext>
            </a:extLst>
          </p:cNvPr>
          <p:cNvSpPr txBox="1"/>
          <p:nvPr/>
        </p:nvSpPr>
        <p:spPr>
          <a:xfrm>
            <a:off x="713488" y="5317640"/>
            <a:ext cx="165622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/>
              <a:t>Activity 1 (Java)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AB019D6-7610-4DD2-8BCE-7F298EDEAE06}"/>
              </a:ext>
            </a:extLst>
          </p:cNvPr>
          <p:cNvSpPr txBox="1"/>
          <p:nvPr/>
        </p:nvSpPr>
        <p:spPr>
          <a:xfrm>
            <a:off x="6860287" y="5317640"/>
            <a:ext cx="165622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/>
              <a:t>Activity 2 (Java)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0124067-3E8B-FB4D-A9F2-6919E0FE59C4}"/>
              </a:ext>
            </a:extLst>
          </p:cNvPr>
          <p:cNvSpPr txBox="1"/>
          <p:nvPr/>
        </p:nvSpPr>
        <p:spPr>
          <a:xfrm>
            <a:off x="600653" y="1391465"/>
            <a:ext cx="8207440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sz="2400" dirty="0"/>
              <a:t>Intent: an abstract description of an operation to be performed.</a:t>
            </a:r>
          </a:p>
          <a:p>
            <a:r>
              <a:rPr lang="en-AU" sz="2400" i="1" dirty="0"/>
              <a:t>For example</a:t>
            </a:r>
            <a:r>
              <a:rPr lang="en-AU" sz="2400" dirty="0"/>
              <a:t>: launch an activity during runtime. 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B96D5EB-2992-D446-8F72-E5C37D3E0FA7}"/>
              </a:ext>
            </a:extLst>
          </p:cNvPr>
          <p:cNvSpPr/>
          <p:nvPr/>
        </p:nvSpPr>
        <p:spPr>
          <a:xfrm>
            <a:off x="600653" y="6136332"/>
            <a:ext cx="720040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>
                <a:hlinkClick r:id="rId5"/>
              </a:rPr>
              <a:t>https://developer.android.com/reference/android/content/Intent</a:t>
            </a:r>
            <a:endParaRPr lang="en-CN" dirty="0"/>
          </a:p>
        </p:txBody>
      </p:sp>
    </p:spTree>
    <p:extLst>
      <p:ext uri="{BB962C8B-B14F-4D97-AF65-F5344CB8AC3E}">
        <p14:creationId xmlns:p14="http://schemas.microsoft.com/office/powerpoint/2010/main" val="831974536"/>
      </p:ext>
    </p:extLst>
  </p:cSld>
  <p:clrMapOvr>
    <a:masterClrMapping/>
  </p:clrMapOvr>
  <p:transition spd="slow">
    <p:push dir="u"/>
  </p:transition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Implicit Intents</a:t>
            </a:r>
          </a:p>
        </p:txBody>
      </p:sp>
      <p:pic>
        <p:nvPicPr>
          <p:cNvPr id="8" name="Content Placeholder 7">
            <a:extLst>
              <a:ext uri="{FF2B5EF4-FFF2-40B4-BE49-F238E27FC236}">
                <a16:creationId xmlns:a16="http://schemas.microsoft.com/office/drawing/2014/main" id="{5FFFAC20-D395-40F3-8F81-39E0ED8102D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1011238" y="3110706"/>
            <a:ext cx="4010025" cy="1219200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40</a:t>
            </a:fld>
            <a:endParaRPr lang="en-AU" noProof="0"/>
          </a:p>
        </p:txBody>
      </p:sp>
      <p:pic>
        <p:nvPicPr>
          <p:cNvPr id="10" name="Content Placeholder 9">
            <a:extLst>
              <a:ext uri="{FF2B5EF4-FFF2-40B4-BE49-F238E27FC236}">
                <a16:creationId xmlns:a16="http://schemas.microsoft.com/office/drawing/2014/main" id="{E27C8EEA-0962-4548-BBBE-4F4E86A4C299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4"/>
          <a:stretch>
            <a:fillRect/>
          </a:stretch>
        </p:blipFill>
        <p:spPr>
          <a:xfrm>
            <a:off x="6838950" y="3134519"/>
            <a:ext cx="4371975" cy="1171575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D2259D13-F282-40B9-8476-BCD68C9BC9B4}"/>
              </a:ext>
            </a:extLst>
          </p:cNvPr>
          <p:cNvSpPr txBox="1"/>
          <p:nvPr/>
        </p:nvSpPr>
        <p:spPr>
          <a:xfrm>
            <a:off x="1115734" y="6093602"/>
            <a:ext cx="202677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/>
              <a:t>AnroidManifest.xml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C98E405-153B-4857-9B50-8F3B844CABEC}"/>
              </a:ext>
            </a:extLst>
          </p:cNvPr>
          <p:cNvSpPr txBox="1"/>
          <p:nvPr/>
        </p:nvSpPr>
        <p:spPr>
          <a:xfrm>
            <a:off x="6838950" y="6090068"/>
            <a:ext cx="165622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/>
              <a:t>Activity 1 (Java)</a:t>
            </a:r>
          </a:p>
        </p:txBody>
      </p:sp>
    </p:spTree>
    <p:extLst>
      <p:ext uri="{BB962C8B-B14F-4D97-AF65-F5344CB8AC3E}">
        <p14:creationId xmlns:p14="http://schemas.microsoft.com/office/powerpoint/2010/main" val="3364760366"/>
      </p:ext>
    </p:extLst>
  </p:cSld>
  <p:clrMapOvr>
    <a:masterClrMapping/>
  </p:clrMapOvr>
  <p:transition spd="slow">
    <p:push dir="u"/>
  </p:transition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Message from First Activity</a:t>
            </a:r>
          </a:p>
        </p:txBody>
      </p:sp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DBD17060-595A-49A1-9162-6FD01EB7855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4926410" y="1531938"/>
            <a:ext cx="2188368" cy="4376737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41</a:t>
            </a:fld>
            <a:endParaRPr lang="en-AU" noProof="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7B426A19-C85A-4125-A090-161A94E30DF9}"/>
              </a:ext>
            </a:extLst>
          </p:cNvPr>
          <p:cNvSpPr/>
          <p:nvPr/>
        </p:nvSpPr>
        <p:spPr>
          <a:xfrm>
            <a:off x="5402349" y="2885805"/>
            <a:ext cx="1387301" cy="46107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00264881"/>
      </p:ext>
    </p:extLst>
  </p:cSld>
  <p:clrMapOvr>
    <a:masterClrMapping/>
  </p:clrMapOvr>
  <p:transition spd="slow">
    <p:push dir="u"/>
  </p:transition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Collect Results from Called Activities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42</a:t>
            </a:fld>
            <a:endParaRPr lang="en-AU" noProof="0"/>
          </a:p>
        </p:txBody>
      </p:sp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0C6594C0-F6D8-4868-A1ED-C7643862CAA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1115734" y="1531938"/>
            <a:ext cx="3801033" cy="4376737"/>
          </a:xfrm>
          <a:prstGeom prst="rect">
            <a:avLst/>
          </a:prstGeom>
        </p:spPr>
      </p:pic>
      <p:pic>
        <p:nvPicPr>
          <p:cNvPr id="13" name="Content Placeholder 12">
            <a:extLst>
              <a:ext uri="{FF2B5EF4-FFF2-40B4-BE49-F238E27FC236}">
                <a16:creationId xmlns:a16="http://schemas.microsoft.com/office/drawing/2014/main" id="{538A3A55-6CB4-4B9E-9CB7-A0B47B6D6B43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4"/>
          <a:stretch>
            <a:fillRect/>
          </a:stretch>
        </p:blipFill>
        <p:spPr>
          <a:xfrm>
            <a:off x="6324600" y="2934073"/>
            <a:ext cx="5400675" cy="1572466"/>
          </a:xfrm>
          <a:prstGeom prst="rect">
            <a:avLst/>
          </a:prstGeom>
        </p:spPr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B201D113-E684-468A-938B-4B1E3BBDFBEE}"/>
              </a:ext>
            </a:extLst>
          </p:cNvPr>
          <p:cNvSpPr/>
          <p:nvPr/>
        </p:nvSpPr>
        <p:spPr>
          <a:xfrm>
            <a:off x="1276002" y="4048216"/>
            <a:ext cx="2479254" cy="213065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2C91F526-0685-44D7-883E-A36FA6E2A091}"/>
              </a:ext>
            </a:extLst>
          </p:cNvPr>
          <p:cNvSpPr/>
          <p:nvPr/>
        </p:nvSpPr>
        <p:spPr>
          <a:xfrm>
            <a:off x="1276002" y="4510793"/>
            <a:ext cx="3411408" cy="1162038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8F35D30A-EF56-4EC3-969F-EAACBEEB98C4}"/>
              </a:ext>
            </a:extLst>
          </p:cNvPr>
          <p:cNvSpPr/>
          <p:nvPr/>
        </p:nvSpPr>
        <p:spPr>
          <a:xfrm>
            <a:off x="6444286" y="2992709"/>
            <a:ext cx="5025664" cy="1419493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C223A56-8D35-4F89-A247-F25772F1368F}"/>
              </a:ext>
            </a:extLst>
          </p:cNvPr>
          <p:cNvSpPr txBox="1"/>
          <p:nvPr/>
        </p:nvSpPr>
        <p:spPr>
          <a:xfrm>
            <a:off x="1115734" y="6093602"/>
            <a:ext cx="165622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/>
              <a:t>Activity 1 (Java)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4B8C088-298A-49A3-A828-739E016E3C5B}"/>
              </a:ext>
            </a:extLst>
          </p:cNvPr>
          <p:cNvSpPr txBox="1"/>
          <p:nvPr/>
        </p:nvSpPr>
        <p:spPr>
          <a:xfrm>
            <a:off x="6324600" y="6093602"/>
            <a:ext cx="165622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/>
              <a:t>Activity 2 (Java)</a:t>
            </a:r>
          </a:p>
        </p:txBody>
      </p:sp>
    </p:spTree>
    <p:extLst>
      <p:ext uri="{BB962C8B-B14F-4D97-AF65-F5344CB8AC3E}">
        <p14:creationId xmlns:p14="http://schemas.microsoft.com/office/powerpoint/2010/main" val="788914714"/>
      </p:ext>
    </p:extLst>
  </p:cSld>
  <p:clrMapOvr>
    <a:masterClrMapping/>
  </p:clrMapOvr>
  <p:transition spd="slow">
    <p:push dir="u"/>
  </p:transition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Message from First Activity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43</a:t>
            </a:fld>
            <a:endParaRPr lang="en-AU" noProof="0"/>
          </a:p>
        </p:txBody>
      </p:sp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6C4E5DE0-42BB-439A-ABCB-F3ACBE84F46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4926410" y="1531938"/>
            <a:ext cx="2188368" cy="4376737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60DE5263-E93D-4AE7-B3B8-E60B0D81686E}"/>
              </a:ext>
            </a:extLst>
          </p:cNvPr>
          <p:cNvSpPr/>
          <p:nvPr/>
        </p:nvSpPr>
        <p:spPr>
          <a:xfrm>
            <a:off x="5402350" y="3649285"/>
            <a:ext cx="1229270" cy="274645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803947"/>
      </p:ext>
    </p:extLst>
  </p:cSld>
  <p:clrMapOvr>
    <a:masterClrMapping/>
  </p:clrMapOvr>
  <p:transition spd="slow">
    <p:push dir="u"/>
  </p:transition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i="1" dirty="0">
                <a:solidFill>
                  <a:schemeClr val="bg1">
                    <a:lumMod val="65000"/>
                  </a:schemeClr>
                </a:solidFill>
              </a:rPr>
              <a:t>For Reading – I</a:t>
            </a:r>
            <a:r>
              <a:rPr lang="en-US" altLang="zh-CN" i="1" dirty="0" err="1">
                <a:solidFill>
                  <a:schemeClr val="bg1">
                    <a:lumMod val="65000"/>
                  </a:schemeClr>
                </a:solidFill>
              </a:rPr>
              <a:t>ntent</a:t>
            </a:r>
            <a:r>
              <a:rPr lang="en-US" altLang="zh-CN" i="1" dirty="0">
                <a:solidFill>
                  <a:schemeClr val="bg1">
                    <a:lumMod val="65000"/>
                  </a:schemeClr>
                </a:solidFill>
              </a:rPr>
              <a:t> Filters</a:t>
            </a:r>
            <a:endParaRPr lang="en-AU" b="0" i="1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80928251-3870-4B2E-B085-2BE2D9D9020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AU" b="1" i="1" dirty="0"/>
              <a:t>Action</a:t>
            </a:r>
          </a:p>
          <a:p>
            <a:pPr marL="342900" indent="-342900">
              <a:buFontTx/>
              <a:buChar char="-"/>
            </a:pPr>
            <a:r>
              <a:rPr lang="en-AU" dirty="0"/>
              <a:t>A string that specifies the generic action to perform (such as view or pick).</a:t>
            </a:r>
          </a:p>
          <a:p>
            <a:r>
              <a:rPr lang="en-AU" b="1" i="1" dirty="0"/>
              <a:t>Data</a:t>
            </a:r>
          </a:p>
          <a:p>
            <a:pPr marL="342900" indent="-342900">
              <a:buFontTx/>
              <a:buChar char="-"/>
            </a:pPr>
            <a:r>
              <a:rPr lang="en-AU" dirty="0"/>
              <a:t>The URI (a Uri object) that references the data to be acted on and/or the MIME type of that data. The type of data supplied is generally dictated by the intent's action. For example, if the action is ACTION_EDIT, the data should contain the URI of the document to edit.</a:t>
            </a:r>
          </a:p>
          <a:p>
            <a:r>
              <a:rPr lang="en-AU" b="1" i="1" dirty="0"/>
              <a:t>Category</a:t>
            </a:r>
          </a:p>
          <a:p>
            <a:pPr marL="342900" indent="-342900">
              <a:buFontTx/>
              <a:buChar char="-"/>
            </a:pPr>
            <a:r>
              <a:rPr lang="en-AU" dirty="0"/>
              <a:t>A string containing additional information about the kind of component that should handle the intent. </a:t>
            </a:r>
          </a:p>
          <a:p>
            <a:endParaRPr lang="en-AU" i="1" dirty="0"/>
          </a:p>
          <a:p>
            <a:r>
              <a:rPr lang="en-AU" i="1" dirty="0"/>
              <a:t>Information</a:t>
            </a:r>
            <a:r>
              <a:rPr lang="zh-CN" altLang="en-US" i="1" dirty="0"/>
              <a:t>： </a:t>
            </a:r>
            <a:r>
              <a:rPr lang="en-AU" dirty="0">
                <a:hlinkClick r:id="rId3"/>
              </a:rPr>
              <a:t>https://developer.android.com/guide/components/intents-filters</a:t>
            </a:r>
            <a:endParaRPr lang="en-AU" i="1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44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3480429423"/>
      </p:ext>
    </p:extLst>
  </p:cSld>
  <p:clrMapOvr>
    <a:masterClrMapping/>
  </p:clrMapOvr>
  <p:transition spd="slow">
    <p:push dir="u"/>
  </p:transition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45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A</a:t>
            </a:r>
            <a:r>
              <a:rPr lang="en-US" altLang="zh-CN" dirty="0" err="1"/>
              <a:t>ndroid</a:t>
            </a:r>
            <a:r>
              <a:rPr lang="en-US" altLang="zh-CN" dirty="0"/>
              <a:t> Studio</a:t>
            </a:r>
            <a:endParaRPr lang="en-AU" dirty="0"/>
          </a:p>
          <a:p>
            <a:endParaRPr lang="en-AU" b="0" dirty="0"/>
          </a:p>
          <a:p>
            <a:pPr marL="342900" indent="-342900">
              <a:buFontTx/>
              <a:buChar char="-"/>
            </a:pPr>
            <a:r>
              <a:rPr lang="en-AU" sz="2400" b="0" i="1" dirty="0"/>
              <a:t>Related Resources </a:t>
            </a:r>
          </a:p>
          <a:p>
            <a:r>
              <a:rPr lang="en-AU" sz="2400" b="0" i="1" dirty="0"/>
              <a:t>(for reading)</a:t>
            </a:r>
          </a:p>
        </p:txBody>
      </p:sp>
    </p:spTree>
    <p:extLst>
      <p:ext uri="{BB962C8B-B14F-4D97-AF65-F5344CB8AC3E}">
        <p14:creationId xmlns:p14="http://schemas.microsoft.com/office/powerpoint/2010/main" val="4075242425"/>
      </p:ext>
    </p:extLst>
  </p:cSld>
  <p:clrMapOvr>
    <a:masterClrMapping/>
  </p:clrMapOvr>
  <p:transition spd="slow">
    <p:push dir="u"/>
  </p:transition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i="1" dirty="0"/>
              <a:t>Related Sources – Developer Guides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46</a:t>
            </a:fld>
            <a:endParaRPr lang="en-AU" noProof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434CA6C-60E6-49FE-B3DF-4FDF4600256D}"/>
              </a:ext>
            </a:extLst>
          </p:cNvPr>
          <p:cNvSpPr/>
          <p:nvPr/>
        </p:nvSpPr>
        <p:spPr>
          <a:xfrm>
            <a:off x="3472296" y="6158187"/>
            <a:ext cx="368132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AU" dirty="0">
                <a:hlinkClick r:id="rId3"/>
              </a:rPr>
              <a:t>https://developer.android.com/guide</a:t>
            </a:r>
            <a:endParaRPr lang="en-AU" dirty="0"/>
          </a:p>
        </p:txBody>
      </p:sp>
      <p:pic>
        <p:nvPicPr>
          <p:cNvPr id="13" name="Content Placeholder 12">
            <a:extLst>
              <a:ext uri="{FF2B5EF4-FFF2-40B4-BE49-F238E27FC236}">
                <a16:creationId xmlns:a16="http://schemas.microsoft.com/office/drawing/2014/main" id="{36C31F9D-43E5-4631-844F-235E59094D39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4"/>
          <a:stretch>
            <a:fillRect/>
          </a:stretch>
        </p:blipFill>
        <p:spPr>
          <a:xfrm>
            <a:off x="3472296" y="1531938"/>
            <a:ext cx="5096595" cy="43767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8075480"/>
      </p:ext>
    </p:extLst>
  </p:cSld>
  <p:clrMapOvr>
    <a:masterClrMapping/>
  </p:clrMapOvr>
  <p:transition spd="slow">
    <p:push dir="u"/>
  </p:transition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709A6B-9429-4935-9D18-EC934FA439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i="1" dirty="0"/>
              <a:t>Related Sources – A</a:t>
            </a:r>
            <a:r>
              <a:rPr lang="en-US" altLang="zh-CN" i="1" dirty="0" err="1"/>
              <a:t>ndroid</a:t>
            </a:r>
            <a:r>
              <a:rPr lang="en-US" altLang="zh-CN" i="1" dirty="0"/>
              <a:t> Components</a:t>
            </a:r>
            <a:endParaRPr lang="en-AU" i="1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F02AA33-D3E3-4267-BFF3-B76727AF5D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47</a:t>
            </a:fld>
            <a:endParaRPr lang="en-AU" noProof="0"/>
          </a:p>
        </p:txBody>
      </p:sp>
      <p:pic>
        <p:nvPicPr>
          <p:cNvPr id="22530" name="Picture 2" descr="Image result for android components">
            <a:extLst>
              <a:ext uri="{FF2B5EF4-FFF2-40B4-BE49-F238E27FC236}">
                <a16:creationId xmlns:a16="http://schemas.microsoft.com/office/drawing/2014/main" id="{C0631968-3B87-4F70-8F34-C720B1F3BEAE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10433" y="1611838"/>
            <a:ext cx="7771134" cy="40668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379510C6-7F7E-4FDF-B865-5F8C9662C82A}"/>
              </a:ext>
            </a:extLst>
          </p:cNvPr>
          <p:cNvSpPr/>
          <p:nvPr/>
        </p:nvSpPr>
        <p:spPr>
          <a:xfrm>
            <a:off x="2210433" y="6008144"/>
            <a:ext cx="626193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AU" dirty="0">
                <a:hlinkClick r:id="rId4"/>
              </a:rPr>
              <a:t>https://developer.android.com/guide/components/fundamentals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3062808206"/>
      </p:ext>
    </p:extLst>
  </p:cSld>
  <p:clrMapOvr>
    <a:masterClrMapping/>
  </p:clrMapOvr>
  <p:transition spd="slow">
    <p:push dir="u"/>
  </p:transition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i="1" dirty="0"/>
              <a:t>Related Sources – Layouts (</a:t>
            </a:r>
            <a:r>
              <a:rPr lang="en-AU" i="1"/>
              <a:t>next tutorial) </a:t>
            </a:r>
            <a:endParaRPr lang="en-AU" i="1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48</a:t>
            </a:fld>
            <a:endParaRPr lang="en-AU" noProof="0"/>
          </a:p>
        </p:txBody>
      </p:sp>
      <p:pic>
        <p:nvPicPr>
          <p:cNvPr id="9218" name="Picture 2" descr="https://developer.android.com/images/ui/linearlayout-small.png">
            <a:extLst>
              <a:ext uri="{FF2B5EF4-FFF2-40B4-BE49-F238E27FC236}">
                <a16:creationId xmlns:a16="http://schemas.microsoft.com/office/drawing/2014/main" id="{15C979E8-EDBF-4EB6-9F4E-D4CBC227801C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65" y="1545122"/>
            <a:ext cx="1905000" cy="1409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22" name="Picture 6" descr="https://developer.android.com/images/ui/relativelayout-small.png">
            <a:extLst>
              <a:ext uri="{FF2B5EF4-FFF2-40B4-BE49-F238E27FC236}">
                <a16:creationId xmlns:a16="http://schemas.microsoft.com/office/drawing/2014/main" id="{211EC1F5-3DE5-4475-825B-AC8F5A9568C2}"/>
              </a:ext>
            </a:extLst>
          </p:cNvPr>
          <p:cNvPicPr>
            <a:picLocks noGrp="1" noChangeAspect="1" noChangeArrowheads="1"/>
          </p:cNvPicPr>
          <p:nvPr>
            <p:ph idx="13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1432" y="1545122"/>
            <a:ext cx="1905000" cy="1409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24" name="Picture 8" descr="https://developer.android.com/images/ui/webview-small.png">
            <a:extLst>
              <a:ext uri="{FF2B5EF4-FFF2-40B4-BE49-F238E27FC236}">
                <a16:creationId xmlns:a16="http://schemas.microsoft.com/office/drawing/2014/main" id="{A26BFA13-EA2C-43D5-AD5F-B1BC7724A3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02843" y="1542161"/>
            <a:ext cx="1905000" cy="1409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3EE8E22A-80EE-4B17-90C9-940CF31FC3CB}"/>
              </a:ext>
            </a:extLst>
          </p:cNvPr>
          <p:cNvSpPr txBox="1"/>
          <p:nvPr/>
        </p:nvSpPr>
        <p:spPr>
          <a:xfrm>
            <a:off x="1428765" y="3255413"/>
            <a:ext cx="144244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Linear Layout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234C273-E4B7-4A0C-A353-B9A08F475DE9}"/>
              </a:ext>
            </a:extLst>
          </p:cNvPr>
          <p:cNvSpPr txBox="1"/>
          <p:nvPr/>
        </p:nvSpPr>
        <p:spPr>
          <a:xfrm>
            <a:off x="4721432" y="3255413"/>
            <a:ext cx="166167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Relative Layout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6ADC10B-2A08-44BE-89FF-5CE9278CBA63}"/>
              </a:ext>
            </a:extLst>
          </p:cNvPr>
          <p:cNvSpPr txBox="1"/>
          <p:nvPr/>
        </p:nvSpPr>
        <p:spPr>
          <a:xfrm>
            <a:off x="8102843" y="3252452"/>
            <a:ext cx="113524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Web View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A8B12FB-0CDB-47A7-83A3-0F661AB89990}"/>
              </a:ext>
            </a:extLst>
          </p:cNvPr>
          <p:cNvSpPr/>
          <p:nvPr/>
        </p:nvSpPr>
        <p:spPr>
          <a:xfrm>
            <a:off x="1428765" y="5985731"/>
            <a:ext cx="620951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AU" dirty="0">
                <a:hlinkClick r:id="rId6"/>
              </a:rPr>
              <a:t>https://developer.android.com/guide/topics/ui/declaring-layout</a:t>
            </a:r>
            <a:endParaRPr lang="en-AU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6DEF53B-1031-432D-AF07-8A78FA9C7025}"/>
              </a:ext>
            </a:extLst>
          </p:cNvPr>
          <p:cNvSpPr txBox="1"/>
          <p:nvPr/>
        </p:nvSpPr>
        <p:spPr>
          <a:xfrm>
            <a:off x="1428765" y="5439759"/>
            <a:ext cx="10161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List View</a:t>
            </a:r>
          </a:p>
        </p:txBody>
      </p:sp>
      <p:pic>
        <p:nvPicPr>
          <p:cNvPr id="13" name="Picture 2" descr="https://developer.android.com/images/ui/listview-small.png">
            <a:extLst>
              <a:ext uri="{FF2B5EF4-FFF2-40B4-BE49-F238E27FC236}">
                <a16:creationId xmlns:a16="http://schemas.microsoft.com/office/drawing/2014/main" id="{67B03237-81EB-4062-9137-10B2446D75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65" y="3795255"/>
            <a:ext cx="1905000" cy="1409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7D175E3A-013B-4564-85B5-C75B79B9D074}"/>
              </a:ext>
            </a:extLst>
          </p:cNvPr>
          <p:cNvSpPr txBox="1"/>
          <p:nvPr/>
        </p:nvSpPr>
        <p:spPr>
          <a:xfrm>
            <a:off x="4721432" y="5436798"/>
            <a:ext cx="110203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Grid View</a:t>
            </a:r>
          </a:p>
        </p:txBody>
      </p:sp>
      <p:pic>
        <p:nvPicPr>
          <p:cNvPr id="17" name="Picture 4" descr="Related image">
            <a:extLst>
              <a:ext uri="{FF2B5EF4-FFF2-40B4-BE49-F238E27FC236}">
                <a16:creationId xmlns:a16="http://schemas.microsoft.com/office/drawing/2014/main" id="{410EB369-96E0-4DE4-821F-CDC36C0CEE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02843" y="3797904"/>
            <a:ext cx="2085233" cy="14040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Picture 6" descr="https://developer.android.com/images/ui/gridview-small.png">
            <a:extLst>
              <a:ext uri="{FF2B5EF4-FFF2-40B4-BE49-F238E27FC236}">
                <a16:creationId xmlns:a16="http://schemas.microsoft.com/office/drawing/2014/main" id="{B2A16A8E-776B-471D-BD7D-42BFB14A6B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1432" y="3795255"/>
            <a:ext cx="1905000" cy="1409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C2208763-ACE8-47F9-9FC5-59FFB2FA1E03}"/>
              </a:ext>
            </a:extLst>
          </p:cNvPr>
          <p:cNvSpPr txBox="1"/>
          <p:nvPr/>
        </p:nvSpPr>
        <p:spPr>
          <a:xfrm>
            <a:off x="8100020" y="5436798"/>
            <a:ext cx="15358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dirty="0"/>
              <a:t>Recycler View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B056E94-731A-4FF9-9296-018AB3C9F9E7}"/>
              </a:ext>
            </a:extLst>
          </p:cNvPr>
          <p:cNvSpPr/>
          <p:nvPr/>
        </p:nvSpPr>
        <p:spPr>
          <a:xfrm>
            <a:off x="1428765" y="6283361"/>
            <a:ext cx="7155942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AU" dirty="0">
                <a:hlinkClick r:id="rId10"/>
              </a:rPr>
              <a:t>https://developer.android.com/guide/topics/ui/layout/recyclerview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311921637"/>
      </p:ext>
    </p:extLst>
  </p:cSld>
  <p:clrMapOvr>
    <a:masterClrMapping/>
  </p:clrMapOvr>
  <p:transition spd="slow">
    <p:push dir="u"/>
  </p:transition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i="1" dirty="0"/>
              <a:t>Related Sources – Life Cycle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49</a:t>
            </a:fld>
            <a:endParaRPr lang="en-AU" noProof="0"/>
          </a:p>
        </p:txBody>
      </p:sp>
      <p:pic>
        <p:nvPicPr>
          <p:cNvPr id="2050" name="Picture 2" descr="https://developer.android.com/guide/components/images/activity_lifecycle.png">
            <a:extLst>
              <a:ext uri="{FF2B5EF4-FFF2-40B4-BE49-F238E27FC236}">
                <a16:creationId xmlns:a16="http://schemas.microsoft.com/office/drawing/2014/main" id="{8B7A9997-8921-4D04-84C8-D480F1E4F6CE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22988" y="1531938"/>
            <a:ext cx="3386525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7196AAFA-9F9C-403F-9607-CFE81E45C537}"/>
              </a:ext>
            </a:extLst>
          </p:cNvPr>
          <p:cNvSpPr/>
          <p:nvPr/>
        </p:nvSpPr>
        <p:spPr>
          <a:xfrm>
            <a:off x="1109709" y="5989937"/>
            <a:ext cx="382174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AU" dirty="0">
                <a:hlinkClick r:id="rId4"/>
              </a:rPr>
              <a:t>https://developer.android.com/guide/components/activities/activity-lifecycle</a:t>
            </a:r>
            <a:endParaRPr lang="en-AU" dirty="0"/>
          </a:p>
        </p:txBody>
      </p:sp>
      <p:pic>
        <p:nvPicPr>
          <p:cNvPr id="2052" name="Picture 4" descr="https://developer.android.com/images/fragment_lifecycle.png">
            <a:extLst>
              <a:ext uri="{FF2B5EF4-FFF2-40B4-BE49-F238E27FC236}">
                <a16:creationId xmlns:a16="http://schemas.microsoft.com/office/drawing/2014/main" id="{CAA4EF2E-A243-4B8F-B104-002D632DF2EC}"/>
              </a:ext>
            </a:extLst>
          </p:cNvPr>
          <p:cNvPicPr>
            <a:picLocks noGrp="1" noChangeAspect="1" noChangeArrowheads="1"/>
          </p:cNvPicPr>
          <p:nvPr>
            <p:ph idx="13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05914" y="1531938"/>
            <a:ext cx="1638046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B2C59CC2-BA7C-4B72-AF94-12AAFE732EEE}"/>
              </a:ext>
            </a:extLst>
          </p:cNvPr>
          <p:cNvSpPr/>
          <p:nvPr/>
        </p:nvSpPr>
        <p:spPr>
          <a:xfrm>
            <a:off x="7421877" y="5987446"/>
            <a:ext cx="320612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AU" dirty="0">
                <a:hlinkClick r:id="rId6"/>
              </a:rPr>
              <a:t>https://developer.android.com/guide/components/fragments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3029360763"/>
      </p:ext>
    </p:extLst>
  </p:cSld>
  <p:clrMapOvr>
    <a:masterClrMapping/>
  </p:clrMapOvr>
  <p:transition spd="slow">
    <p:push dir="u"/>
  </p:transition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i="1" dirty="0"/>
              <a:t>Related Sources – Launch Modes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50</a:t>
            </a:fld>
            <a:endParaRPr lang="en-AU" noProof="0"/>
          </a:p>
        </p:txBody>
      </p:sp>
      <p:pic>
        <p:nvPicPr>
          <p:cNvPr id="13" name="Picture 2" descr="https://cdn-images-1.medium.com/max/1600/1*ef6MzPZKwRgLypakjI4CCg.png">
            <a:extLst>
              <a:ext uri="{FF2B5EF4-FFF2-40B4-BE49-F238E27FC236}">
                <a16:creationId xmlns:a16="http://schemas.microsoft.com/office/drawing/2014/main" id="{9283B938-C8A5-4A54-9308-D99945E9C491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2733" y="1417305"/>
            <a:ext cx="3367699" cy="22019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4" descr="https://cdn-images-1.medium.com/max/1600/1*hEF5oj9D-JK4vfxAGrXYcg.png">
            <a:extLst>
              <a:ext uri="{FF2B5EF4-FFF2-40B4-BE49-F238E27FC236}">
                <a16:creationId xmlns:a16="http://schemas.microsoft.com/office/drawing/2014/main" id="{9B1D7E1E-B452-427C-A685-CD4C11B3F6A2}"/>
              </a:ext>
            </a:extLst>
          </p:cNvPr>
          <p:cNvPicPr>
            <a:picLocks noGrp="1" noChangeAspect="1" noChangeArrowheads="1"/>
          </p:cNvPicPr>
          <p:nvPr>
            <p:ph idx="13"/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6592" y="1417083"/>
            <a:ext cx="3874467" cy="22039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" name="Picture 2" descr="https://cdn-images-1.medium.com/max/1400/1*z4a6Z7Vvm9dcXe-C879ygA.png">
            <a:extLst>
              <a:ext uri="{FF2B5EF4-FFF2-40B4-BE49-F238E27FC236}">
                <a16:creationId xmlns:a16="http://schemas.microsoft.com/office/drawing/2014/main" id="{9C880160-6A7D-4460-9127-591F252E72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8638" y="3754141"/>
            <a:ext cx="4406771" cy="216264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4" descr="https://cdn-images-1.medium.com/max/1200/1*crHTqI8t5xU5oITJmDevTg.png">
            <a:extLst>
              <a:ext uri="{FF2B5EF4-FFF2-40B4-BE49-F238E27FC236}">
                <a16:creationId xmlns:a16="http://schemas.microsoft.com/office/drawing/2014/main" id="{CAB43085-CD59-492C-AEC4-E4D2F36083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6591" y="3772915"/>
            <a:ext cx="3874467" cy="21438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3FAF1354-A236-4159-8C61-1F7A8679A3BF}"/>
              </a:ext>
            </a:extLst>
          </p:cNvPr>
          <p:cNvSpPr/>
          <p:nvPr/>
        </p:nvSpPr>
        <p:spPr>
          <a:xfrm>
            <a:off x="2157794" y="6180667"/>
            <a:ext cx="7876412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AU" dirty="0">
                <a:hlinkClick r:id="rId7"/>
              </a:rPr>
              <a:t>https://developer.android.com/guide/components/activities/tasks-and-back-stack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804710004"/>
      </p:ext>
    </p:extLst>
  </p:cSld>
  <p:clrMapOvr>
    <a:masterClrMapping/>
  </p:clrMapOvr>
  <p:transition spd="slow">
    <p:push dir="u"/>
  </p:transition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51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Git</a:t>
            </a:r>
          </a:p>
        </p:txBody>
      </p:sp>
    </p:spTree>
    <p:extLst>
      <p:ext uri="{BB962C8B-B14F-4D97-AF65-F5344CB8AC3E}">
        <p14:creationId xmlns:p14="http://schemas.microsoft.com/office/powerpoint/2010/main" val="174734310"/>
      </p:ext>
    </p:extLst>
  </p:cSld>
  <p:clrMapOvr>
    <a:masterClrMapping/>
  </p:clrMapOvr>
  <p:transition spd="slow">
    <p:push dir="u"/>
  </p:transition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Git</a:t>
            </a:r>
            <a:endParaRPr lang="en-AU" b="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52</a:t>
            </a:fld>
            <a:endParaRPr lang="en-AU" noProof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1C7B0304-C9B6-444C-A64A-9D28453ADD3A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834480"/>
            <a:ext cx="5400000" cy="1771651"/>
          </a:xfrm>
        </p:spPr>
        <p:txBody>
          <a:bodyPr/>
          <a:lstStyle/>
          <a:p>
            <a:r>
              <a:rPr lang="en-AU" dirty="0"/>
              <a:t>Git is a free and open source distributed </a:t>
            </a:r>
            <a:r>
              <a:rPr lang="en-AU" b="1" i="1" dirty="0"/>
              <a:t>version control system</a:t>
            </a:r>
            <a:r>
              <a:rPr lang="en-AU" dirty="0"/>
              <a:t> designed to handle everything from small to very large projects with speed and efficiency.</a:t>
            </a:r>
          </a:p>
          <a:p>
            <a:pPr algn="r"/>
            <a:r>
              <a:rPr lang="en-AU" dirty="0">
                <a:hlinkClick r:id="rId3"/>
              </a:rPr>
              <a:t>https://git-scm.com/</a:t>
            </a:r>
            <a:endParaRPr lang="en-AU" dirty="0"/>
          </a:p>
        </p:txBody>
      </p:sp>
      <p:pic>
        <p:nvPicPr>
          <p:cNvPr id="14342" name="Picture 6" descr="Image result for git">
            <a:extLst>
              <a:ext uri="{FF2B5EF4-FFF2-40B4-BE49-F238E27FC236}">
                <a16:creationId xmlns:a16="http://schemas.microsoft.com/office/drawing/2014/main" id="{ACE25C0A-4EAD-42DF-A6F6-0ECBA8740838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0425" y="2834481"/>
            <a:ext cx="1771650" cy="1771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8236386"/>
      </p:ext>
    </p:extLst>
  </p:cSld>
  <p:clrMapOvr>
    <a:masterClrMapping/>
  </p:clrMapOvr>
  <p:transition spd="slow">
    <p:push dir="u"/>
  </p:transition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Git Installation</a:t>
            </a:r>
            <a:endParaRPr lang="en-AU" b="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53</a:t>
            </a:fld>
            <a:endParaRPr lang="en-AU" noProof="0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546425C5-F1C8-4DA9-95F1-83C8C9AB904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1592541" y="1554571"/>
            <a:ext cx="3362325" cy="3514725"/>
          </a:xfrm>
          <a:prstGeom prst="rect">
            <a:avLst/>
          </a:prstGeom>
        </p:spPr>
      </p:pic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23D459D6-A716-4120-B697-800085BDEC78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4"/>
          <a:stretch>
            <a:fillRect/>
          </a:stretch>
        </p:blipFill>
        <p:spPr>
          <a:xfrm>
            <a:off x="6114346" y="1123564"/>
            <a:ext cx="4485113" cy="4376737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7E33F8B0-DAE3-4905-AD0D-F6E7F3704345}"/>
              </a:ext>
            </a:extLst>
          </p:cNvPr>
          <p:cNvSpPr/>
          <p:nvPr/>
        </p:nvSpPr>
        <p:spPr>
          <a:xfrm>
            <a:off x="6045210" y="5599685"/>
            <a:ext cx="514953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AU" dirty="0">
                <a:hlinkClick r:id="rId5"/>
              </a:rPr>
              <a:t>https://www.atlassian.com/git/tutorials/install-git</a:t>
            </a:r>
            <a:endParaRPr lang="en-AU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8EEC10E-47B9-E34D-8CDC-B5DE817FA919}"/>
              </a:ext>
            </a:extLst>
          </p:cNvPr>
          <p:cNvSpPr/>
          <p:nvPr/>
        </p:nvSpPr>
        <p:spPr>
          <a:xfrm>
            <a:off x="6045210" y="5987835"/>
            <a:ext cx="397089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CN" dirty="0">
                <a:hlinkClick r:id="rId6"/>
              </a:rPr>
              <a:t>https://github.com/git-guides/install-git</a:t>
            </a:r>
            <a:r>
              <a:rPr lang="en-CN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166939415"/>
      </p:ext>
    </p:extLst>
  </p:cSld>
  <p:clrMapOvr>
    <a:masterClrMapping/>
  </p:clrMapOvr>
  <p:transition spd="slow">
    <p:push dir="u"/>
  </p:transition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Git Security - SSH k</a:t>
            </a:r>
            <a:r>
              <a:rPr lang="en-US" altLang="zh-CN" dirty="0" err="1"/>
              <a:t>eys</a:t>
            </a:r>
            <a:r>
              <a:rPr lang="en-US" altLang="zh-CN" dirty="0"/>
              <a:t> (recommended) </a:t>
            </a:r>
            <a:endParaRPr lang="en-AU" b="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54</a:t>
            </a:fld>
            <a:endParaRPr lang="en-AU" noProof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1C7B0304-C9B6-444C-A64A-9D28453ADD3A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1947681"/>
            <a:ext cx="5400000" cy="2572021"/>
          </a:xfrm>
        </p:spPr>
        <p:txBody>
          <a:bodyPr/>
          <a:lstStyle/>
          <a:p>
            <a:r>
              <a:rPr lang="en-AU" dirty="0"/>
              <a:t>SSH keys can be used to establish a secure connection with Server for:</a:t>
            </a:r>
          </a:p>
          <a:p>
            <a:pPr marL="342900" indent="-342900">
              <a:buFontTx/>
              <a:buChar char="-"/>
            </a:pPr>
            <a:r>
              <a:rPr lang="en-AU" dirty="0"/>
              <a:t>when you are performing Git operations from your local machine</a:t>
            </a:r>
          </a:p>
          <a:p>
            <a:pPr marL="342900" indent="-342900">
              <a:buFontTx/>
              <a:buChar char="-"/>
            </a:pPr>
            <a:r>
              <a:rPr lang="en-AU" dirty="0"/>
              <a:t>when another system or process needs access to repositories in Server (for example your build server)</a:t>
            </a:r>
          </a:p>
        </p:txBody>
      </p:sp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95AD3551-D9CB-4820-AAD3-E1E2F1681FB6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878933" y="1531938"/>
            <a:ext cx="4274635" cy="4376737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8A8EFB8F-A4DE-4D1C-B01B-2FC05310AED6}"/>
              </a:ext>
            </a:extLst>
          </p:cNvPr>
          <p:cNvSpPr/>
          <p:nvPr/>
        </p:nvSpPr>
        <p:spPr>
          <a:xfrm>
            <a:off x="6582502" y="4733934"/>
            <a:ext cx="488452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AU" dirty="0">
                <a:hlinkClick r:id="rId4"/>
              </a:rPr>
              <a:t>https://confluence.atlassian.com/bitbucketserver/creating-ssh-keys-776639788.html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2943465436"/>
      </p:ext>
    </p:extLst>
  </p:cSld>
  <p:clrMapOvr>
    <a:masterClrMapping/>
  </p:clrMapOvr>
  <p:transition spd="slow">
    <p:push dir="u"/>
  </p:transition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Add SSH K</a:t>
            </a:r>
            <a:r>
              <a:rPr lang="en-US" altLang="zh-CN" dirty="0" err="1"/>
              <a:t>eys</a:t>
            </a:r>
            <a:r>
              <a:rPr lang="en-US" altLang="zh-CN" dirty="0"/>
              <a:t> to </a:t>
            </a:r>
            <a:r>
              <a:rPr lang="en-US" altLang="zh-CN" dirty="0" err="1"/>
              <a:t>Github</a:t>
            </a:r>
            <a:r>
              <a:rPr lang="en-US" altLang="zh-CN" dirty="0"/>
              <a:t> or Bitbucket</a:t>
            </a:r>
            <a:endParaRPr lang="en-AU" b="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55</a:t>
            </a:fld>
            <a:endParaRPr lang="en-AU" noProof="0"/>
          </a:p>
        </p:txBody>
      </p:sp>
      <p:pic>
        <p:nvPicPr>
          <p:cNvPr id="13" name="Content Placeholder 12">
            <a:extLst>
              <a:ext uri="{FF2B5EF4-FFF2-40B4-BE49-F238E27FC236}">
                <a16:creationId xmlns:a16="http://schemas.microsoft.com/office/drawing/2014/main" id="{178DA781-D656-40E4-B4BA-3AA75B8ED59E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6581314" y="1824257"/>
            <a:ext cx="4635293" cy="3209485"/>
          </a:xfrm>
          <a:prstGeom prst="rect">
            <a:avLst/>
          </a:prstGeom>
        </p:spPr>
      </p:pic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6C1689D0-AD99-4628-B66A-4E63F23FA3C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4"/>
          <a:stretch>
            <a:fillRect/>
          </a:stretch>
        </p:blipFill>
        <p:spPr>
          <a:xfrm>
            <a:off x="466562" y="1899172"/>
            <a:ext cx="5144126" cy="2914313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B937DC6D-1142-4F16-8DC1-CE165FC7694E}"/>
              </a:ext>
            </a:extLst>
          </p:cNvPr>
          <p:cNvSpPr/>
          <p:nvPr/>
        </p:nvSpPr>
        <p:spPr>
          <a:xfrm>
            <a:off x="466561" y="5431733"/>
            <a:ext cx="54000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AU" b="1" i="1" dirty="0" err="1"/>
              <a:t>Github</a:t>
            </a:r>
            <a:endParaRPr lang="en-AU" dirty="0"/>
          </a:p>
          <a:p>
            <a:r>
              <a:rPr lang="en-AU" dirty="0">
                <a:hlinkClick r:id="rId5"/>
              </a:rPr>
              <a:t>https://help.github.com/en/enterprise/2.15/user/articles/adding-a-new-ssh-key-to-your-github-account</a:t>
            </a:r>
            <a:endParaRPr lang="en-AU" dirty="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17665534-52DB-48B9-8896-ECA8BA211F78}"/>
              </a:ext>
            </a:extLst>
          </p:cNvPr>
          <p:cNvSpPr/>
          <p:nvPr/>
        </p:nvSpPr>
        <p:spPr>
          <a:xfrm>
            <a:off x="6324766" y="5441001"/>
            <a:ext cx="5399999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AU" b="1" i="1" dirty="0"/>
              <a:t>Bitbucket</a:t>
            </a:r>
            <a:endParaRPr lang="en-AU" dirty="0"/>
          </a:p>
          <a:p>
            <a:r>
              <a:rPr lang="en-AU" dirty="0">
                <a:hlinkClick r:id="rId6"/>
              </a:rPr>
              <a:t>https://confluence.atlassian.com/bitbucket/set-up-an-ssh-key-728138079.html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1816766758"/>
      </p:ext>
    </p:extLst>
  </p:cSld>
  <p:clrMapOvr>
    <a:masterClrMapping/>
  </p:clrMapOvr>
  <p:transition spd="slow">
    <p:push dir="u"/>
  </p:transition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Git Init – </a:t>
            </a:r>
            <a:r>
              <a:rPr lang="en-AU" dirty="0" err="1"/>
              <a:t>Github</a:t>
            </a:r>
            <a:r>
              <a:rPr lang="en-AU" dirty="0"/>
              <a:t> </a:t>
            </a:r>
            <a:endParaRPr lang="en-AU" b="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56</a:t>
            </a:fld>
            <a:endParaRPr lang="en-AU" noProof="0"/>
          </a:p>
        </p:txBody>
      </p:sp>
      <p:pic>
        <p:nvPicPr>
          <p:cNvPr id="15" name="Content Placeholder 14" descr="A screenshot of a social media post&#10;&#10;Description automatically generated">
            <a:extLst>
              <a:ext uri="{FF2B5EF4-FFF2-40B4-BE49-F238E27FC236}">
                <a16:creationId xmlns:a16="http://schemas.microsoft.com/office/drawing/2014/main" id="{CB9F6E90-0C41-43C9-9A89-4002473648F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3778" y="1531938"/>
            <a:ext cx="4844945" cy="4376737"/>
          </a:xfrm>
        </p:spPr>
      </p:pic>
      <p:pic>
        <p:nvPicPr>
          <p:cNvPr id="20" name="Content Placeholder 19" descr="A screenshot of a social media post&#10;&#10;Description automatically generated">
            <a:extLst>
              <a:ext uri="{FF2B5EF4-FFF2-40B4-BE49-F238E27FC236}">
                <a16:creationId xmlns:a16="http://schemas.microsoft.com/office/drawing/2014/main" id="{EC4AAB06-3006-4EAB-ADBE-2FE1D76C668E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24090" y="483550"/>
            <a:ext cx="5400675" cy="3521460"/>
          </a:xfrm>
        </p:spPr>
      </p:pic>
      <p:sp>
        <p:nvSpPr>
          <p:cNvPr id="22" name="Rectangle 21">
            <a:extLst>
              <a:ext uri="{FF2B5EF4-FFF2-40B4-BE49-F238E27FC236}">
                <a16:creationId xmlns:a16="http://schemas.microsoft.com/office/drawing/2014/main" id="{945A936E-07D8-4CFD-8CE4-4C59975320F0}"/>
              </a:ext>
            </a:extLst>
          </p:cNvPr>
          <p:cNvSpPr/>
          <p:nvPr/>
        </p:nvSpPr>
        <p:spPr>
          <a:xfrm>
            <a:off x="6324089" y="4356619"/>
            <a:ext cx="5400675" cy="18158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AU" sz="1400" b="1" i="1" dirty="0"/>
              <a:t>Git push to remote repository (Command line, for advanced users):</a:t>
            </a:r>
          </a:p>
          <a:p>
            <a:endParaRPr lang="en-AU" sz="1400" dirty="0"/>
          </a:p>
          <a:p>
            <a:r>
              <a:rPr lang="en-AU" sz="1400" dirty="0"/>
              <a:t>echo "# first-demo" &gt;&gt; README.md</a:t>
            </a:r>
          </a:p>
          <a:p>
            <a:r>
              <a:rPr lang="en-AU" sz="1400" dirty="0"/>
              <a:t>git </a:t>
            </a:r>
            <a:r>
              <a:rPr lang="en-AU" sz="1400" dirty="0" err="1"/>
              <a:t>init</a:t>
            </a:r>
            <a:endParaRPr lang="en-AU" sz="1400" dirty="0"/>
          </a:p>
          <a:p>
            <a:r>
              <a:rPr lang="en-AU" sz="1400" dirty="0"/>
              <a:t>git add README.md</a:t>
            </a:r>
          </a:p>
          <a:p>
            <a:r>
              <a:rPr lang="en-AU" sz="1400" dirty="0"/>
              <a:t>git commit -m "first commit"</a:t>
            </a:r>
          </a:p>
          <a:p>
            <a:r>
              <a:rPr lang="en-AU" sz="1400" dirty="0"/>
              <a:t>git remote add origin </a:t>
            </a:r>
            <a:r>
              <a:rPr lang="en-AU" sz="1400" dirty="0">
                <a:hlinkClick r:id="rId5"/>
              </a:rPr>
              <a:t>https://github.com/</a:t>
            </a:r>
            <a:r>
              <a:rPr lang="en-AU" sz="1400" dirty="0"/>
              <a:t>         /first-demo.git</a:t>
            </a:r>
          </a:p>
          <a:p>
            <a:r>
              <a:rPr lang="en-AU" sz="1400" dirty="0"/>
              <a:t>git push -u origin master</a:t>
            </a:r>
          </a:p>
        </p:txBody>
      </p:sp>
    </p:spTree>
    <p:extLst>
      <p:ext uri="{BB962C8B-B14F-4D97-AF65-F5344CB8AC3E}">
        <p14:creationId xmlns:p14="http://schemas.microsoft.com/office/powerpoint/2010/main" val="1363580025"/>
      </p:ext>
    </p:extLst>
  </p:cSld>
  <p:clrMapOvr>
    <a:masterClrMapping/>
  </p:clrMapOvr>
  <p:transition spd="slow">
    <p:push dir="u"/>
  </p:transition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Git – Basic use case </a:t>
            </a:r>
            <a:endParaRPr lang="en-AU" b="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57</a:t>
            </a:fld>
            <a:endParaRPr lang="en-AU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F847162-70BD-974C-974F-3ACD97706CA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8765" y="1547869"/>
            <a:ext cx="5400000" cy="4376944"/>
          </a:xfrm>
        </p:spPr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CN" sz="2400" dirty="0"/>
              <a:t>Update your work to the server </a:t>
            </a:r>
          </a:p>
          <a:p>
            <a:pPr lvl="8" indent="-216000"/>
            <a:r>
              <a:rPr lang="en-CN" sz="2000" i="1" dirty="0"/>
              <a:t>	git add .</a:t>
            </a:r>
          </a:p>
          <a:p>
            <a:pPr lvl="8" indent="-216000"/>
            <a:r>
              <a:rPr lang="en-CN" sz="2000" i="1" dirty="0"/>
              <a:t>	git commit -m “your notes”</a:t>
            </a:r>
          </a:p>
          <a:p>
            <a:pPr lvl="8" indent="-216000"/>
            <a:r>
              <a:rPr lang="en-US" sz="2000" i="1" dirty="0"/>
              <a:t>	git push</a:t>
            </a:r>
          </a:p>
          <a:p>
            <a:pPr lvl="8"/>
            <a:endParaRPr lang="en-US" sz="2000" i="1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400" dirty="0"/>
              <a:t>Get updates from the server </a:t>
            </a:r>
          </a:p>
          <a:p>
            <a:r>
              <a:rPr lang="en-US" i="1" dirty="0"/>
              <a:t>	git update</a:t>
            </a:r>
          </a:p>
          <a:p>
            <a:endParaRPr lang="en-CN" sz="2400" dirty="0"/>
          </a:p>
        </p:txBody>
      </p:sp>
      <p:pic>
        <p:nvPicPr>
          <p:cNvPr id="2052" name="Picture 4" descr="Github : all about this code hosting platform - DSX Hub">
            <a:extLst>
              <a:ext uri="{FF2B5EF4-FFF2-40B4-BE49-F238E27FC236}">
                <a16:creationId xmlns:a16="http://schemas.microsoft.com/office/drawing/2014/main" id="{B1BBD144-7BC7-8D4C-9371-DEA75CDB1C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3864" y="1538991"/>
            <a:ext cx="4038600" cy="20193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69124102"/>
      </p:ext>
    </p:extLst>
  </p:cSld>
  <p:clrMapOvr>
    <a:masterClrMapping/>
  </p:clrMapOvr>
  <p:transition spd="slow">
    <p:push dir="u"/>
  </p:transition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Git Push to Remote Repository (Android Studio)</a:t>
            </a:r>
            <a:endParaRPr lang="en-AU" b="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58</a:t>
            </a:fld>
            <a:endParaRPr lang="en-AU" noProof="0"/>
          </a:p>
        </p:txBody>
      </p:sp>
      <p:pic>
        <p:nvPicPr>
          <p:cNvPr id="19" name="Content Placeholder 18">
            <a:extLst>
              <a:ext uri="{FF2B5EF4-FFF2-40B4-BE49-F238E27FC236}">
                <a16:creationId xmlns:a16="http://schemas.microsoft.com/office/drawing/2014/main" id="{D196C0E3-E9C7-41B3-9778-FC06177C6857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7213691" y="1531938"/>
            <a:ext cx="3622493" cy="4376737"/>
          </a:xfrm>
          <a:prstGeom prst="rect">
            <a:avLst/>
          </a:prstGeom>
        </p:spPr>
      </p:pic>
      <p:pic>
        <p:nvPicPr>
          <p:cNvPr id="16" name="Content Placeholder 15">
            <a:extLst>
              <a:ext uri="{FF2B5EF4-FFF2-40B4-BE49-F238E27FC236}">
                <a16:creationId xmlns:a16="http://schemas.microsoft.com/office/drawing/2014/main" id="{8BC49830-71A3-4703-AF1E-F5AA986F878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4"/>
          <a:stretch>
            <a:fillRect/>
          </a:stretch>
        </p:blipFill>
        <p:spPr>
          <a:xfrm>
            <a:off x="467231" y="1532415"/>
            <a:ext cx="5352598" cy="318485"/>
          </a:xfrm>
          <a:prstGeom prst="rect">
            <a:avLst/>
          </a:prstGeom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E21F82B7-2593-4A37-9DC2-54AD678851B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7231" y="2346791"/>
            <a:ext cx="5352598" cy="3562568"/>
          </a:xfrm>
          <a:prstGeom prst="rect">
            <a:avLst/>
          </a:prstGeom>
        </p:spPr>
      </p:pic>
      <p:sp>
        <p:nvSpPr>
          <p:cNvPr id="21" name="Rectangle 20">
            <a:extLst>
              <a:ext uri="{FF2B5EF4-FFF2-40B4-BE49-F238E27FC236}">
                <a16:creationId xmlns:a16="http://schemas.microsoft.com/office/drawing/2014/main" id="{7F2C4F41-B31C-42C1-B8FB-5342248D132C}"/>
              </a:ext>
            </a:extLst>
          </p:cNvPr>
          <p:cNvSpPr/>
          <p:nvPr/>
        </p:nvSpPr>
        <p:spPr>
          <a:xfrm>
            <a:off x="2960765" y="1517827"/>
            <a:ext cx="714590" cy="195563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87C79661-7348-4708-826B-661EA6EED279}"/>
              </a:ext>
            </a:extLst>
          </p:cNvPr>
          <p:cNvSpPr/>
          <p:nvPr/>
        </p:nvSpPr>
        <p:spPr>
          <a:xfrm>
            <a:off x="4249507" y="3222594"/>
            <a:ext cx="1570322" cy="28408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CF8F2E02-9829-4C7A-8A69-EBB3638FC615}"/>
              </a:ext>
            </a:extLst>
          </p:cNvPr>
          <p:cNvSpPr/>
          <p:nvPr/>
        </p:nvSpPr>
        <p:spPr>
          <a:xfrm>
            <a:off x="7293589" y="1921923"/>
            <a:ext cx="1823778" cy="23535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7847EA79-51B4-4D4E-8915-8F9E79C24436}"/>
              </a:ext>
            </a:extLst>
          </p:cNvPr>
          <p:cNvSpPr/>
          <p:nvPr/>
        </p:nvSpPr>
        <p:spPr>
          <a:xfrm>
            <a:off x="9656528" y="5607326"/>
            <a:ext cx="712590" cy="301349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4459582"/>
      </p:ext>
    </p:extLst>
  </p:cSld>
  <p:clrMapOvr>
    <a:masterClrMapping/>
  </p:clrMapOvr>
  <p:transition spd="slow">
    <p:push dir="u"/>
  </p:transition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Git Push to Remote Repository (Android Studio)</a:t>
            </a:r>
            <a:endParaRPr lang="en-AU" b="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59</a:t>
            </a:fld>
            <a:endParaRPr lang="en-AU" noProof="0"/>
          </a:p>
        </p:txBody>
      </p:sp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27D24CD8-4B32-4FF1-A9A8-5B060BC98AA0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7153275" y="2848769"/>
            <a:ext cx="3743325" cy="1743075"/>
          </a:xfrm>
          <a:prstGeom prst="rect">
            <a:avLst/>
          </a:prstGeom>
        </p:spPr>
      </p:pic>
      <p:pic>
        <p:nvPicPr>
          <p:cNvPr id="8" name="Content Placeholder 7">
            <a:extLst>
              <a:ext uri="{FF2B5EF4-FFF2-40B4-BE49-F238E27FC236}">
                <a16:creationId xmlns:a16="http://schemas.microsoft.com/office/drawing/2014/main" id="{A539B406-F420-4F36-BB3A-AE25601118D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4"/>
          <a:stretch>
            <a:fillRect/>
          </a:stretch>
        </p:blipFill>
        <p:spPr>
          <a:xfrm>
            <a:off x="315913" y="1922028"/>
            <a:ext cx="5400675" cy="3596557"/>
          </a:xfrm>
          <a:prstGeom prst="rect">
            <a:avLst/>
          </a:prstGeom>
        </p:spPr>
      </p:pic>
      <p:sp>
        <p:nvSpPr>
          <p:cNvPr id="15" name="Rectangle 14">
            <a:extLst>
              <a:ext uri="{FF2B5EF4-FFF2-40B4-BE49-F238E27FC236}">
                <a16:creationId xmlns:a16="http://schemas.microsoft.com/office/drawing/2014/main" id="{3E965AEA-610F-4B20-B2A7-EE7135A26AEE}"/>
              </a:ext>
            </a:extLst>
          </p:cNvPr>
          <p:cNvSpPr/>
          <p:nvPr/>
        </p:nvSpPr>
        <p:spPr>
          <a:xfrm>
            <a:off x="4054198" y="4785065"/>
            <a:ext cx="1662390" cy="22194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E9239CFC-5726-48CB-8F21-C69F7F42BE1B}"/>
              </a:ext>
            </a:extLst>
          </p:cNvPr>
          <p:cNvSpPr/>
          <p:nvPr/>
        </p:nvSpPr>
        <p:spPr>
          <a:xfrm>
            <a:off x="10435639" y="3223704"/>
            <a:ext cx="350730" cy="282976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4882195"/>
      </p:ext>
    </p:extLst>
  </p:cSld>
  <p:clrMapOvr>
    <a:masterClrMapping/>
  </p:clrMapOvr>
  <p:transition spd="slow">
    <p:push dir="u"/>
  </p:transition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Git Push to Remote Repository (Android Studio)</a:t>
            </a:r>
            <a:endParaRPr lang="en-AU" b="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60</a:t>
            </a:fld>
            <a:endParaRPr lang="en-AU" noProof="0"/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3B9AE826-2A6A-4957-BEEA-A949DBF02B0C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6324600" y="1670159"/>
            <a:ext cx="5400675" cy="4100295"/>
          </a:xfrm>
          <a:prstGeom prst="rect">
            <a:avLst/>
          </a:prstGeom>
        </p:spPr>
      </p:pic>
      <p:pic>
        <p:nvPicPr>
          <p:cNvPr id="10" name="Content Placeholder 9">
            <a:extLst>
              <a:ext uri="{FF2B5EF4-FFF2-40B4-BE49-F238E27FC236}">
                <a16:creationId xmlns:a16="http://schemas.microsoft.com/office/drawing/2014/main" id="{81841F45-25AF-4EFE-A91B-FC92F9A4648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4"/>
          <a:stretch>
            <a:fillRect/>
          </a:stretch>
        </p:blipFill>
        <p:spPr>
          <a:xfrm>
            <a:off x="1011238" y="2977356"/>
            <a:ext cx="4010025" cy="1485900"/>
          </a:xfrm>
          <a:prstGeom prst="rect">
            <a:avLst/>
          </a:prstGeom>
        </p:spPr>
      </p:pic>
      <p:sp>
        <p:nvSpPr>
          <p:cNvPr id="13" name="Rectangle 12">
            <a:extLst>
              <a:ext uri="{FF2B5EF4-FFF2-40B4-BE49-F238E27FC236}">
                <a16:creationId xmlns:a16="http://schemas.microsoft.com/office/drawing/2014/main" id="{CCDD0D76-F66C-4D30-BC8F-54E4C857D7FF}"/>
              </a:ext>
            </a:extLst>
          </p:cNvPr>
          <p:cNvSpPr/>
          <p:nvPr/>
        </p:nvSpPr>
        <p:spPr>
          <a:xfrm>
            <a:off x="3281841" y="4057095"/>
            <a:ext cx="872909" cy="328473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0D099440-4D9F-402B-A519-ED93C1E1E319}"/>
              </a:ext>
            </a:extLst>
          </p:cNvPr>
          <p:cNvSpPr/>
          <p:nvPr/>
        </p:nvSpPr>
        <p:spPr>
          <a:xfrm>
            <a:off x="10087150" y="5023605"/>
            <a:ext cx="1637615" cy="24973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3330336"/>
      </p:ext>
    </p:extLst>
  </p:cSld>
  <p:clrMapOvr>
    <a:masterClrMapping/>
  </p:clrMapOvr>
  <p:transition spd="slow">
    <p:push dir="u"/>
  </p:transition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215952-9A25-4CE1-8594-098D45C00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Git Tutorial</a:t>
            </a:r>
            <a:endParaRPr lang="en-AU" b="0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C48806AC-E521-45B5-BD26-8BCFB3ED9F2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8765" y="2002524"/>
            <a:ext cx="7824467" cy="3528264"/>
          </a:xfrm>
        </p:spPr>
        <p:txBody>
          <a:bodyPr/>
          <a:lstStyle/>
          <a:p>
            <a:r>
              <a:rPr lang="en-AU" b="1" i="1" dirty="0"/>
              <a:t>Git</a:t>
            </a:r>
            <a:r>
              <a:rPr lang="en-AU" dirty="0"/>
              <a:t>:</a:t>
            </a:r>
          </a:p>
          <a:p>
            <a:pPr marL="342900" indent="-342900">
              <a:buFontTx/>
              <a:buChar char="-"/>
            </a:pPr>
            <a:r>
              <a:rPr lang="en-AU" dirty="0">
                <a:hlinkClick r:id="rId3"/>
              </a:rPr>
              <a:t>https://git-scm.com/docs/gittutorial</a:t>
            </a:r>
            <a:endParaRPr lang="en-AU" dirty="0"/>
          </a:p>
          <a:p>
            <a:endParaRPr lang="en-AU" b="1" i="1" dirty="0"/>
          </a:p>
          <a:p>
            <a:r>
              <a:rPr lang="en-AU" b="1" i="1" dirty="0"/>
              <a:t>Bitbucket:</a:t>
            </a:r>
          </a:p>
          <a:p>
            <a:pPr marL="342900" indent="-342900">
              <a:buFontTx/>
              <a:buChar char="-"/>
            </a:pPr>
            <a:r>
              <a:rPr lang="en-AU" dirty="0">
                <a:hlinkClick r:id="rId4"/>
              </a:rPr>
              <a:t>https://www.atlassian.com/git/tutorials/setting-up-a-repository</a:t>
            </a:r>
            <a:endParaRPr lang="en-AU" dirty="0"/>
          </a:p>
          <a:p>
            <a:endParaRPr lang="en-AU" b="1" i="1" dirty="0"/>
          </a:p>
          <a:p>
            <a:r>
              <a:rPr lang="en-AU" b="1" i="1" dirty="0" err="1"/>
              <a:t>Github</a:t>
            </a:r>
            <a:r>
              <a:rPr lang="en-AU" b="1" i="1" dirty="0"/>
              <a:t>:</a:t>
            </a:r>
          </a:p>
          <a:p>
            <a:pPr marL="342900" indent="-342900">
              <a:buFontTx/>
              <a:buChar char="-"/>
            </a:pPr>
            <a:r>
              <a:rPr lang="en-AU" dirty="0">
                <a:hlinkClick r:id="rId5"/>
              </a:rPr>
              <a:t>https://try.github.io/</a:t>
            </a:r>
            <a:endParaRPr lang="en-AU" dirty="0"/>
          </a:p>
          <a:p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93E86-60DB-4589-B0DF-273A89160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61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2984287275"/>
      </p:ext>
    </p:extLst>
  </p:cSld>
  <p:clrMapOvr>
    <a:masterClrMapping/>
  </p:clrMapOvr>
  <p:transition spd="slow">
    <p:push dir="u"/>
  </p:transition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BD2D066C-839F-4CEC-B761-5FC3C8E7D0F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3" name="Content Placeholder 7">
            <a:extLst>
              <a:ext uri="{FF2B5EF4-FFF2-40B4-BE49-F238E27FC236}">
                <a16:creationId xmlns:a16="http://schemas.microsoft.com/office/drawing/2014/main" id="{2EFA6BAD-EA87-B941-BB27-C8B234132F52}"/>
              </a:ext>
            </a:extLst>
          </p:cNvPr>
          <p:cNvSpPr txBox="1">
            <a:spLocks/>
          </p:cNvSpPr>
          <p:nvPr/>
        </p:nvSpPr>
        <p:spPr>
          <a:xfrm>
            <a:off x="485490" y="3429000"/>
            <a:ext cx="6078940" cy="1123749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vert="horz" wrap="square" lIns="90000" tIns="90000" rIns="90000" bIns="9000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Font typeface="Arial" panose="020B0604020202020204" pitchFamily="34" charset="0"/>
              <a:buNone/>
              <a:defRPr sz="20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b="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None/>
              <a:defRPr sz="1800" b="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16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i="1" dirty="0">
                <a:solidFill>
                  <a:schemeClr val="bg1"/>
                </a:solidFill>
              </a:rPr>
              <a:t>If you come early for the next tutorial, </a:t>
            </a:r>
          </a:p>
          <a:p>
            <a:r>
              <a:rPr lang="en-AU" i="1" dirty="0">
                <a:solidFill>
                  <a:schemeClr val="bg1"/>
                </a:solidFill>
              </a:rPr>
              <a:t>please re-join the zoom meeting after I end current call.</a:t>
            </a:r>
            <a:endParaRPr lang="en-AU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7447302"/>
      </p:ext>
    </p:extLst>
  </p:cSld>
  <p:clrMapOvr>
    <a:masterClrMapping/>
  </p:clrMapOvr>
  <p:transition spd="slow">
    <p:push dir="u"/>
  </p:transition>
</p:sld>
</file>

<file path=ppt/theme/theme1.xml><?xml version="1.0" encoding="utf-8"?>
<a:theme xmlns:a="http://schemas.openxmlformats.org/drawingml/2006/main" name="University of Melbourne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-PowerPoint-template-16x9.potx" id="{DB87EA42-3B26-4FF2-A488-40049B57AAE1}" vid="{1D7EC9BD-7FC0-4EDC-8F95-1A3BD2367A8C}"/>
    </a:ext>
  </a:extLst>
</a:theme>
</file>

<file path=ppt/theme/theme2.xml><?xml version="1.0" encoding="utf-8"?>
<a:theme xmlns:a="http://schemas.openxmlformats.org/drawingml/2006/main" name="University of Melbourne Patterns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-PowerPoint-template-16x9.potx" id="{DB87EA42-3B26-4FF2-A488-40049B57AAE1}" vid="{6F59E7D1-547F-4FF8-AB4A-D0BDAA4FB183}"/>
    </a:ext>
  </a:extLst>
</a:theme>
</file>

<file path=ppt/theme/theme3.xml><?xml version="1.0" encoding="utf-8"?>
<a:theme xmlns:a="http://schemas.openxmlformats.org/drawingml/2006/main" name="University of Melbourne-Layout B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-PowerPoint-template-16x9.potx" id="{DB87EA42-3B26-4FF2-A488-40049B57AAE1}" vid="{8B9EB209-E24E-4AF5-B26D-4348E314D3B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7988</TotalTime>
  <Words>1598</Words>
  <Application>Microsoft Macintosh PowerPoint</Application>
  <PresentationFormat>Widescreen</PresentationFormat>
  <Paragraphs>323</Paragraphs>
  <Slides>62</Slides>
  <Notes>32</Notes>
  <HiddenSlides>0</HiddenSlides>
  <MMClips>1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62</vt:i4>
      </vt:variant>
    </vt:vector>
  </HeadingPairs>
  <TitlesOfParts>
    <vt:vector size="68" baseType="lpstr">
      <vt:lpstr>Arial</vt:lpstr>
      <vt:lpstr>Calibri</vt:lpstr>
      <vt:lpstr>Georgia</vt:lpstr>
      <vt:lpstr>University of Melbourne</vt:lpstr>
      <vt:lpstr>University of Melbourne Patterns</vt:lpstr>
      <vt:lpstr>University of Melbourne-Layout B</vt:lpstr>
      <vt:lpstr>PowerPoint Presentation</vt:lpstr>
      <vt:lpstr>About myself</vt:lpstr>
      <vt:lpstr>Tutorial Brief</vt:lpstr>
      <vt:lpstr>PowerPoint Presentation</vt:lpstr>
      <vt:lpstr>PowerPoint Presentation</vt:lpstr>
      <vt:lpstr>Introduction – Android </vt:lpstr>
      <vt:lpstr>Introduction – Android Platforms</vt:lpstr>
      <vt:lpstr>Introduction – Android Applications</vt:lpstr>
      <vt:lpstr>Introduction – Android Applications</vt:lpstr>
      <vt:lpstr>Introduction – Android Application Components</vt:lpstr>
      <vt:lpstr>Introduction – Android Application Components</vt:lpstr>
      <vt:lpstr>Introduction – Android Application Components</vt:lpstr>
      <vt:lpstr>Introduction – Android Application Components</vt:lpstr>
      <vt:lpstr>PowerPoint Presentation</vt:lpstr>
      <vt:lpstr>Android Studio</vt:lpstr>
      <vt:lpstr>PowerPoint Presentation</vt:lpstr>
      <vt:lpstr>First Example Demonstration</vt:lpstr>
      <vt:lpstr>First Example Demonstration</vt:lpstr>
      <vt:lpstr>First Example Demonstration</vt:lpstr>
      <vt:lpstr>First Example Demonstration  – Virtual Machine (VM)</vt:lpstr>
      <vt:lpstr>First Example Demonstration</vt:lpstr>
      <vt:lpstr>First Example Demonstration  – Android Phone</vt:lpstr>
      <vt:lpstr>Enable USB Debugging Mode on Android</vt:lpstr>
      <vt:lpstr>Record Screen from Android Studio</vt:lpstr>
      <vt:lpstr>PowerPoint Presentation</vt:lpstr>
      <vt:lpstr>Log in Android Studio</vt:lpstr>
      <vt:lpstr>PowerPoint Presentation</vt:lpstr>
      <vt:lpstr>Add a button at the First Activity</vt:lpstr>
      <vt:lpstr>Binding Event to the Button – Native Method</vt:lpstr>
      <vt:lpstr>PowerPoint Presentation</vt:lpstr>
      <vt:lpstr>Adding libraries - Gradle </vt:lpstr>
      <vt:lpstr>Binding Event to the Button – Butter Knife</vt:lpstr>
      <vt:lpstr>Binding Event to the Button – Butter Knife</vt:lpstr>
      <vt:lpstr>Binding Event to the Button – other methods</vt:lpstr>
      <vt:lpstr>PowerPoint Presentation</vt:lpstr>
      <vt:lpstr>Create the Second Activity</vt:lpstr>
      <vt:lpstr>Create the Second Activity  – Generated Scripts</vt:lpstr>
      <vt:lpstr>PowerPoint Presentation</vt:lpstr>
      <vt:lpstr>Explicit Intents</vt:lpstr>
      <vt:lpstr>Implicit Intents</vt:lpstr>
      <vt:lpstr>Message from First Activity</vt:lpstr>
      <vt:lpstr>Collect Results from Called Activities</vt:lpstr>
      <vt:lpstr>Message from First Activity</vt:lpstr>
      <vt:lpstr>For Reading – Intent Filters</vt:lpstr>
      <vt:lpstr>PowerPoint Presentation</vt:lpstr>
      <vt:lpstr>Related Sources – Developer Guides</vt:lpstr>
      <vt:lpstr>Related Sources – Android Components</vt:lpstr>
      <vt:lpstr>Related Sources – Layouts (next tutorial) </vt:lpstr>
      <vt:lpstr>Related Sources – Life Cycle </vt:lpstr>
      <vt:lpstr>Related Sources – Launch Modes </vt:lpstr>
      <vt:lpstr>PowerPoint Presentation</vt:lpstr>
      <vt:lpstr>Git</vt:lpstr>
      <vt:lpstr>Git Installation</vt:lpstr>
      <vt:lpstr>Git Security - SSH keys (recommended) </vt:lpstr>
      <vt:lpstr>Add SSH Keys to Github or Bitbucket</vt:lpstr>
      <vt:lpstr>Git Init – Github </vt:lpstr>
      <vt:lpstr>Git – Basic use case </vt:lpstr>
      <vt:lpstr>Git Push to Remote Repository (Android Studio)</vt:lpstr>
      <vt:lpstr>Git Push to Remote Repository (Android Studio)</vt:lpstr>
      <vt:lpstr>Git Push to Remote Repository (Android Studio)</vt:lpstr>
      <vt:lpstr>Git Tutorial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Timplates 1</dc:creator>
  <cp:lastModifiedBy>蒋 纬炜</cp:lastModifiedBy>
  <cp:revision>210</cp:revision>
  <dcterms:created xsi:type="dcterms:W3CDTF">2017-10-05T06:39:00Z</dcterms:created>
  <dcterms:modified xsi:type="dcterms:W3CDTF">2021-07-26T05:05:46Z</dcterms:modified>
</cp:coreProperties>
</file>