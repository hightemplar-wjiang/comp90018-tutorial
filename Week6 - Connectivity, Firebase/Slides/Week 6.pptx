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733" r:id="rId2"/>
    <p:sldMasterId id="2147483714" r:id="rId3"/>
  </p:sldMasterIdLst>
  <p:notesMasterIdLst>
    <p:notesMasterId r:id="rId73"/>
  </p:notesMasterIdLst>
  <p:sldIdLst>
    <p:sldId id="272" r:id="rId4"/>
    <p:sldId id="273" r:id="rId5"/>
    <p:sldId id="263" r:id="rId6"/>
    <p:sldId id="274" r:id="rId7"/>
    <p:sldId id="283" r:id="rId8"/>
    <p:sldId id="275" r:id="rId9"/>
    <p:sldId id="277" r:id="rId10"/>
    <p:sldId id="278" r:id="rId11"/>
    <p:sldId id="280" r:id="rId12"/>
    <p:sldId id="279" r:id="rId13"/>
    <p:sldId id="281" r:id="rId14"/>
    <p:sldId id="282" r:id="rId15"/>
    <p:sldId id="276" r:id="rId16"/>
    <p:sldId id="284" r:id="rId17"/>
    <p:sldId id="285" r:id="rId18"/>
    <p:sldId id="286" r:id="rId19"/>
    <p:sldId id="323" r:id="rId20"/>
    <p:sldId id="287" r:id="rId21"/>
    <p:sldId id="288" r:id="rId22"/>
    <p:sldId id="289" r:id="rId23"/>
    <p:sldId id="290" r:id="rId24"/>
    <p:sldId id="291" r:id="rId25"/>
    <p:sldId id="292" r:id="rId26"/>
    <p:sldId id="294" r:id="rId27"/>
    <p:sldId id="293" r:id="rId28"/>
    <p:sldId id="295" r:id="rId29"/>
    <p:sldId id="296" r:id="rId30"/>
    <p:sldId id="297" r:id="rId31"/>
    <p:sldId id="298" r:id="rId32"/>
    <p:sldId id="299" r:id="rId33"/>
    <p:sldId id="300" r:id="rId34"/>
    <p:sldId id="301" r:id="rId35"/>
    <p:sldId id="302" r:id="rId36"/>
    <p:sldId id="303" r:id="rId37"/>
    <p:sldId id="324" r:id="rId38"/>
    <p:sldId id="305" r:id="rId39"/>
    <p:sldId id="306" r:id="rId40"/>
    <p:sldId id="304" r:id="rId41"/>
    <p:sldId id="307" r:id="rId42"/>
    <p:sldId id="309" r:id="rId43"/>
    <p:sldId id="308" r:id="rId44"/>
    <p:sldId id="313" r:id="rId45"/>
    <p:sldId id="314" r:id="rId46"/>
    <p:sldId id="316" r:id="rId47"/>
    <p:sldId id="317" r:id="rId48"/>
    <p:sldId id="311" r:id="rId49"/>
    <p:sldId id="310" r:id="rId50"/>
    <p:sldId id="312" r:id="rId51"/>
    <p:sldId id="319" r:id="rId52"/>
    <p:sldId id="321" r:id="rId53"/>
    <p:sldId id="322" r:id="rId54"/>
    <p:sldId id="326" r:id="rId55"/>
    <p:sldId id="328" r:id="rId56"/>
    <p:sldId id="327" r:id="rId57"/>
    <p:sldId id="330" r:id="rId58"/>
    <p:sldId id="331" r:id="rId59"/>
    <p:sldId id="333" r:id="rId60"/>
    <p:sldId id="334" r:id="rId61"/>
    <p:sldId id="335" r:id="rId62"/>
    <p:sldId id="329" r:id="rId63"/>
    <p:sldId id="325" r:id="rId64"/>
    <p:sldId id="332" r:id="rId65"/>
    <p:sldId id="336" r:id="rId66"/>
    <p:sldId id="338" r:id="rId67"/>
    <p:sldId id="337" r:id="rId68"/>
    <p:sldId id="339" r:id="rId69"/>
    <p:sldId id="340" r:id="rId70"/>
    <p:sldId id="341" r:id="rId71"/>
    <p:sldId id="271" r:id="rId7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D35E923-7B20-4204-BE7D-37BF8B9791C1}" v="119" dt="2019-07-24T15:14:17.030"/>
    <p1510:client id="{E731BF8A-56E6-49C2-A82F-5D03F6CF3F6E}" v="1351" dt="2019-07-25T11:09:04.316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034"/>
    <p:restoredTop sz="94607"/>
  </p:normalViewPr>
  <p:slideViewPr>
    <p:cSldViewPr snapToGrid="0">
      <p:cViewPr varScale="1">
        <p:scale>
          <a:sx n="144" d="100"/>
          <a:sy n="144" d="100"/>
        </p:scale>
        <p:origin x="1384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16" Type="http://schemas.openxmlformats.org/officeDocument/2006/relationships/slide" Target="slides/slide1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slide" Target="slides/slide63.xml"/><Relationship Id="rId74" Type="http://schemas.openxmlformats.org/officeDocument/2006/relationships/presProps" Target="presProps.xml"/><Relationship Id="rId79" Type="http://schemas.microsoft.com/office/2015/10/relationships/revisionInfo" Target="revisionInfo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77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notesMaster" Target="notesMasters/notesMaster1.xml"/><Relationship Id="rId78" Type="http://schemas.microsoft.com/office/2016/11/relationships/changesInfo" Target="changesInfos/changesInfo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theme" Target="theme/theme1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tephen Wang" userId="2033283f466edd32" providerId="LiveId" clId="{CD35E923-7B20-4204-BE7D-37BF8B9791C1}"/>
    <pc:docChg chg="undo custSel addSld modSld">
      <pc:chgData name="Stephen Wang" userId="2033283f466edd32" providerId="LiveId" clId="{CD35E923-7B20-4204-BE7D-37BF8B9791C1}" dt="2019-07-24T15:14:17.030" v="336" actId="20577"/>
      <pc:docMkLst>
        <pc:docMk/>
      </pc:docMkLst>
      <pc:sldChg chg="addSp delSp modSp">
        <pc:chgData name="Stephen Wang" userId="2033283f466edd32" providerId="LiveId" clId="{CD35E923-7B20-4204-BE7D-37BF8B9791C1}" dt="2019-07-24T15:07:34.195" v="304" actId="478"/>
        <pc:sldMkLst>
          <pc:docMk/>
          <pc:sldMk cId="2324166636" sldId="305"/>
        </pc:sldMkLst>
        <pc:picChg chg="add del mod">
          <ac:chgData name="Stephen Wang" userId="2033283f466edd32" providerId="LiveId" clId="{CD35E923-7B20-4204-BE7D-37BF8B9791C1}" dt="2019-07-24T15:07:34.195" v="304" actId="478"/>
          <ac:picMkLst>
            <pc:docMk/>
            <pc:sldMk cId="2324166636" sldId="305"/>
            <ac:picMk id="2" creationId="{CB615CC9-74FF-42E9-AEAA-BAE18498D44E}"/>
          </ac:picMkLst>
        </pc:picChg>
        <pc:picChg chg="mod">
          <ac:chgData name="Stephen Wang" userId="2033283f466edd32" providerId="LiveId" clId="{CD35E923-7B20-4204-BE7D-37BF8B9791C1}" dt="2019-07-24T13:27:01.369" v="23" actId="1076"/>
          <ac:picMkLst>
            <pc:docMk/>
            <pc:sldMk cId="2324166636" sldId="305"/>
            <ac:picMk id="11" creationId="{47ADE34D-7ADF-4EEF-A00D-0F915E687128}"/>
          </ac:picMkLst>
        </pc:picChg>
        <pc:picChg chg="add mod">
          <ac:chgData name="Stephen Wang" userId="2033283f466edd32" providerId="LiveId" clId="{CD35E923-7B20-4204-BE7D-37BF8B9791C1}" dt="2019-07-24T13:26:59.244" v="22" actId="1076"/>
          <ac:picMkLst>
            <pc:docMk/>
            <pc:sldMk cId="2324166636" sldId="305"/>
            <ac:picMk id="1026" creationId="{18FF0B26-BC14-4FD9-9867-FFF1B2A1D07C}"/>
          </ac:picMkLst>
        </pc:picChg>
        <pc:picChg chg="mod">
          <ac:chgData name="Stephen Wang" userId="2033283f466edd32" providerId="LiveId" clId="{CD35E923-7B20-4204-BE7D-37BF8B9791C1}" dt="2019-07-24T13:26:59.244" v="22" actId="1076"/>
          <ac:picMkLst>
            <pc:docMk/>
            <pc:sldMk cId="2324166636" sldId="305"/>
            <ac:picMk id="1028" creationId="{AE29ED74-CEE5-4D3A-A01A-DD24559823AE}"/>
          </ac:picMkLst>
        </pc:picChg>
        <pc:picChg chg="add del mod">
          <ac:chgData name="Stephen Wang" userId="2033283f466edd32" providerId="LiveId" clId="{CD35E923-7B20-4204-BE7D-37BF8B9791C1}" dt="2019-07-24T15:07:33.870" v="303"/>
          <ac:picMkLst>
            <pc:docMk/>
            <pc:sldMk cId="2324166636" sldId="305"/>
            <ac:picMk id="1030" creationId="{1BD1B88C-FE54-49AE-9026-0CE39753FD8E}"/>
          </ac:picMkLst>
        </pc:picChg>
      </pc:sldChg>
      <pc:sldChg chg="modSp">
        <pc:chgData name="Stephen Wang" userId="2033283f466edd32" providerId="LiveId" clId="{CD35E923-7B20-4204-BE7D-37BF8B9791C1}" dt="2019-07-24T13:38:08.190" v="88" actId="20577"/>
        <pc:sldMkLst>
          <pc:docMk/>
          <pc:sldMk cId="1790590190" sldId="322"/>
        </pc:sldMkLst>
        <pc:spChg chg="mod">
          <ac:chgData name="Stephen Wang" userId="2033283f466edd32" providerId="LiveId" clId="{CD35E923-7B20-4204-BE7D-37BF8B9791C1}" dt="2019-07-24T13:38:08.190" v="88" actId="20577"/>
          <ac:spMkLst>
            <pc:docMk/>
            <pc:sldMk cId="1790590190" sldId="322"/>
            <ac:spMk id="4" creationId="{69C51D9E-F792-4069-A1B7-56FDA6317FEE}"/>
          </ac:spMkLst>
        </pc:spChg>
      </pc:sldChg>
      <pc:sldChg chg="modSp">
        <pc:chgData name="Stephen Wang" userId="2033283f466edd32" providerId="LiveId" clId="{CD35E923-7B20-4204-BE7D-37BF8B9791C1}" dt="2019-07-24T13:33:29.546" v="67" actId="20577"/>
        <pc:sldMkLst>
          <pc:docMk/>
          <pc:sldMk cId="1791566511" sldId="327"/>
        </pc:sldMkLst>
        <pc:spChg chg="mod">
          <ac:chgData name="Stephen Wang" userId="2033283f466edd32" providerId="LiveId" clId="{CD35E923-7B20-4204-BE7D-37BF8B9791C1}" dt="2019-07-24T13:33:29.546" v="67" actId="20577"/>
          <ac:spMkLst>
            <pc:docMk/>
            <pc:sldMk cId="1791566511" sldId="327"/>
            <ac:spMk id="8" creationId="{62DCDE16-855F-43C0-B547-A525A2424064}"/>
          </ac:spMkLst>
        </pc:spChg>
        <pc:spChg chg="mod">
          <ac:chgData name="Stephen Wang" userId="2033283f466edd32" providerId="LiveId" clId="{CD35E923-7B20-4204-BE7D-37BF8B9791C1}" dt="2019-07-24T13:33:28.894" v="65" actId="20577"/>
          <ac:spMkLst>
            <pc:docMk/>
            <pc:sldMk cId="1791566511" sldId="327"/>
            <ac:spMk id="10" creationId="{56F5B954-F0D0-4C2E-8987-249CA47B3E79}"/>
          </ac:spMkLst>
        </pc:spChg>
      </pc:sldChg>
      <pc:sldChg chg="addSp delSp modSp">
        <pc:chgData name="Stephen Wang" userId="2033283f466edd32" providerId="LiveId" clId="{CD35E923-7B20-4204-BE7D-37BF8B9791C1}" dt="2019-07-24T14:30:22.603" v="105" actId="1076"/>
        <pc:sldMkLst>
          <pc:docMk/>
          <pc:sldMk cId="3010853059" sldId="328"/>
        </pc:sldMkLst>
        <pc:spChg chg="add del mod">
          <ac:chgData name="Stephen Wang" userId="2033283f466edd32" providerId="LiveId" clId="{CD35E923-7B20-4204-BE7D-37BF8B9791C1}" dt="2019-07-24T13:33:35.769" v="69"/>
          <ac:spMkLst>
            <pc:docMk/>
            <pc:sldMk cId="3010853059" sldId="328"/>
            <ac:spMk id="5" creationId="{C448C13C-90DB-4D0A-830E-64BF29847B57}"/>
          </ac:spMkLst>
        </pc:spChg>
        <pc:spChg chg="mod">
          <ac:chgData name="Stephen Wang" userId="2033283f466edd32" providerId="LiveId" clId="{CD35E923-7B20-4204-BE7D-37BF8B9791C1}" dt="2019-07-24T13:33:59.697" v="87" actId="20577"/>
          <ac:spMkLst>
            <pc:docMk/>
            <pc:sldMk cId="3010853059" sldId="328"/>
            <ac:spMk id="8" creationId="{62DCDE16-855F-43C0-B547-A525A2424064}"/>
          </ac:spMkLst>
        </pc:spChg>
        <pc:spChg chg="mod">
          <ac:chgData name="Stephen Wang" userId="2033283f466edd32" providerId="LiveId" clId="{CD35E923-7B20-4204-BE7D-37BF8B9791C1}" dt="2019-07-24T13:33:47.901" v="72" actId="1076"/>
          <ac:spMkLst>
            <pc:docMk/>
            <pc:sldMk cId="3010853059" sldId="328"/>
            <ac:spMk id="9" creationId="{62A5F7C3-AF1B-4EF2-B51C-1B91E04E0E84}"/>
          </ac:spMkLst>
        </pc:spChg>
        <pc:spChg chg="del">
          <ac:chgData name="Stephen Wang" userId="2033283f466edd32" providerId="LiveId" clId="{CD35E923-7B20-4204-BE7D-37BF8B9791C1}" dt="2019-07-24T13:33:33.917" v="68" actId="478"/>
          <ac:spMkLst>
            <pc:docMk/>
            <pc:sldMk cId="3010853059" sldId="328"/>
            <ac:spMk id="10" creationId="{56F5B954-F0D0-4C2E-8987-249CA47B3E79}"/>
          </ac:spMkLst>
        </pc:spChg>
        <pc:spChg chg="add mod">
          <ac:chgData name="Stephen Wang" userId="2033283f466edd32" providerId="LiveId" clId="{CD35E923-7B20-4204-BE7D-37BF8B9791C1}" dt="2019-07-24T14:30:22.603" v="105" actId="1076"/>
          <ac:spMkLst>
            <pc:docMk/>
            <pc:sldMk cId="3010853059" sldId="328"/>
            <ac:spMk id="11" creationId="{D8426A01-23B1-4F2A-AB6D-791D8320E91C}"/>
          </ac:spMkLst>
        </pc:spChg>
      </pc:sldChg>
      <pc:sldChg chg="modSp add">
        <pc:chgData name="Stephen Wang" userId="2033283f466edd32" providerId="LiveId" clId="{CD35E923-7B20-4204-BE7D-37BF8B9791C1}" dt="2019-07-24T13:38:21.728" v="92" actId="20577"/>
        <pc:sldMkLst>
          <pc:docMk/>
          <pc:sldMk cId="2476456100" sldId="329"/>
        </pc:sldMkLst>
        <pc:spChg chg="mod">
          <ac:chgData name="Stephen Wang" userId="2033283f466edd32" providerId="LiveId" clId="{CD35E923-7B20-4204-BE7D-37BF8B9791C1}" dt="2019-07-24T13:38:21.728" v="92" actId="20577"/>
          <ac:spMkLst>
            <pc:docMk/>
            <pc:sldMk cId="2476456100" sldId="329"/>
            <ac:spMk id="4" creationId="{69C51D9E-F792-4069-A1B7-56FDA6317FEE}"/>
          </ac:spMkLst>
        </pc:spChg>
      </pc:sldChg>
      <pc:sldChg chg="modSp add">
        <pc:chgData name="Stephen Wang" userId="2033283f466edd32" providerId="LiveId" clId="{CD35E923-7B20-4204-BE7D-37BF8B9791C1}" dt="2019-07-24T14:58:53.218" v="215" actId="20577"/>
        <pc:sldMkLst>
          <pc:docMk/>
          <pc:sldMk cId="717007096" sldId="330"/>
        </pc:sldMkLst>
        <pc:spChg chg="mod">
          <ac:chgData name="Stephen Wang" userId="2033283f466edd32" providerId="LiveId" clId="{CD35E923-7B20-4204-BE7D-37BF8B9791C1}" dt="2019-07-24T14:58:53.218" v="215" actId="20577"/>
          <ac:spMkLst>
            <pc:docMk/>
            <pc:sldMk cId="717007096" sldId="330"/>
            <ac:spMk id="4" creationId="{69C51D9E-F792-4069-A1B7-56FDA6317FEE}"/>
          </ac:spMkLst>
        </pc:spChg>
      </pc:sldChg>
      <pc:sldChg chg="addSp delSp modSp add">
        <pc:chgData name="Stephen Wang" userId="2033283f466edd32" providerId="LiveId" clId="{CD35E923-7B20-4204-BE7D-37BF8B9791C1}" dt="2019-07-24T14:57:21.958" v="200" actId="1076"/>
        <pc:sldMkLst>
          <pc:docMk/>
          <pc:sldMk cId="3518695902" sldId="331"/>
        </pc:sldMkLst>
        <pc:spChg chg="add del mod">
          <ac:chgData name="Stephen Wang" userId="2033283f466edd32" providerId="LiveId" clId="{CD35E923-7B20-4204-BE7D-37BF8B9791C1}" dt="2019-07-24T14:56:41.425" v="192"/>
          <ac:spMkLst>
            <pc:docMk/>
            <pc:sldMk cId="3518695902" sldId="331"/>
            <ac:spMk id="2" creationId="{D0000F53-E491-4A98-9DB1-02332E6BC88C}"/>
          </ac:spMkLst>
        </pc:spChg>
        <pc:spChg chg="del mod">
          <ac:chgData name="Stephen Wang" userId="2033283f466edd32" providerId="LiveId" clId="{CD35E923-7B20-4204-BE7D-37BF8B9791C1}" dt="2019-07-24T14:56:30.363" v="190"/>
          <ac:spMkLst>
            <pc:docMk/>
            <pc:sldMk cId="3518695902" sldId="331"/>
            <ac:spMk id="4" creationId="{DDBE1609-01B2-3F45-B43B-E5C623E886C1}"/>
          </ac:spMkLst>
        </pc:spChg>
        <pc:spChg chg="add del mod">
          <ac:chgData name="Stephen Wang" userId="2033283f466edd32" providerId="LiveId" clId="{CD35E923-7B20-4204-BE7D-37BF8B9791C1}" dt="2019-07-24T14:56:31.225" v="191"/>
          <ac:spMkLst>
            <pc:docMk/>
            <pc:sldMk cId="3518695902" sldId="331"/>
            <ac:spMk id="5" creationId="{2CBD6A03-EC74-404A-B46D-4E5B990AEE94}"/>
          </ac:spMkLst>
        </pc:spChg>
        <pc:spChg chg="mod">
          <ac:chgData name="Stephen Wang" userId="2033283f466edd32" providerId="LiveId" clId="{CD35E923-7B20-4204-BE7D-37BF8B9791C1}" dt="2019-07-24T14:52:29.547" v="175" actId="20577"/>
          <ac:spMkLst>
            <pc:docMk/>
            <pc:sldMk cId="3518695902" sldId="331"/>
            <ac:spMk id="8" creationId="{C4B21C60-9080-4726-AE65-25607AEFC710}"/>
          </ac:spMkLst>
        </pc:spChg>
        <pc:spChg chg="add mod">
          <ac:chgData name="Stephen Wang" userId="2033283f466edd32" providerId="LiveId" clId="{CD35E923-7B20-4204-BE7D-37BF8B9791C1}" dt="2019-07-24T14:57:18.302" v="199" actId="1076"/>
          <ac:spMkLst>
            <pc:docMk/>
            <pc:sldMk cId="3518695902" sldId="331"/>
            <ac:spMk id="9" creationId="{E5B43C21-C499-483A-97AE-379E28BE5670}"/>
          </ac:spMkLst>
        </pc:spChg>
        <pc:picChg chg="del">
          <ac:chgData name="Stephen Wang" userId="2033283f466edd32" providerId="LiveId" clId="{CD35E923-7B20-4204-BE7D-37BF8B9791C1}" dt="2019-07-24T14:56:17.045" v="186" actId="478"/>
          <ac:picMkLst>
            <pc:docMk/>
            <pc:sldMk cId="3518695902" sldId="331"/>
            <ac:picMk id="7" creationId="{989204F4-DFF1-6E4B-A036-BF3402624674}"/>
          </ac:picMkLst>
        </pc:picChg>
        <pc:picChg chg="add del">
          <ac:chgData name="Stephen Wang" userId="2033283f466edd32" providerId="LiveId" clId="{CD35E923-7B20-4204-BE7D-37BF8B9791C1}" dt="2019-07-24T14:56:23.889" v="188"/>
          <ac:picMkLst>
            <pc:docMk/>
            <pc:sldMk cId="3518695902" sldId="331"/>
            <ac:picMk id="2050" creationId="{290BB2F7-0865-480D-BD89-585FD1B2ADF7}"/>
          </ac:picMkLst>
        </pc:picChg>
        <pc:picChg chg="add mod">
          <ac:chgData name="Stephen Wang" userId="2033283f466edd32" providerId="LiveId" clId="{CD35E923-7B20-4204-BE7D-37BF8B9791C1}" dt="2019-07-24T14:57:21.958" v="200" actId="1076"/>
          <ac:picMkLst>
            <pc:docMk/>
            <pc:sldMk cId="3518695902" sldId="331"/>
            <ac:picMk id="2052" creationId="{81F8F442-F866-45B0-BA38-4C62FD0751FC}"/>
          </ac:picMkLst>
        </pc:picChg>
      </pc:sldChg>
      <pc:sldChg chg="modSp add">
        <pc:chgData name="Stephen Wang" userId="2033283f466edd32" providerId="LiveId" clId="{CD35E923-7B20-4204-BE7D-37BF8B9791C1}" dt="2019-07-24T15:14:17.030" v="336" actId="20577"/>
        <pc:sldMkLst>
          <pc:docMk/>
          <pc:sldMk cId="1208344878" sldId="332"/>
        </pc:sldMkLst>
        <pc:spChg chg="mod">
          <ac:chgData name="Stephen Wang" userId="2033283f466edd32" providerId="LiveId" clId="{CD35E923-7B20-4204-BE7D-37BF8B9791C1}" dt="2019-07-24T15:14:17.030" v="336" actId="20577"/>
          <ac:spMkLst>
            <pc:docMk/>
            <pc:sldMk cId="1208344878" sldId="332"/>
            <ac:spMk id="10" creationId="{56F5B954-F0D0-4C2E-8987-249CA47B3E79}"/>
          </ac:spMkLst>
        </pc:spChg>
      </pc:sldChg>
      <pc:sldChg chg="addSp delSp modSp add">
        <pc:chgData name="Stephen Wang" userId="2033283f466edd32" providerId="LiveId" clId="{CD35E923-7B20-4204-BE7D-37BF8B9791C1}" dt="2019-07-24T15:02:54.818" v="253" actId="14100"/>
        <pc:sldMkLst>
          <pc:docMk/>
          <pc:sldMk cId="2982935085" sldId="333"/>
        </pc:sldMkLst>
        <pc:spChg chg="add del mod">
          <ac:chgData name="Stephen Wang" userId="2033283f466edd32" providerId="LiveId" clId="{CD35E923-7B20-4204-BE7D-37BF8B9791C1}" dt="2019-07-24T15:02:17.885" v="247"/>
          <ac:spMkLst>
            <pc:docMk/>
            <pc:sldMk cId="2982935085" sldId="333"/>
            <ac:spMk id="2" creationId="{79D56534-8497-4642-A0D9-2714959D8208}"/>
          </ac:spMkLst>
        </pc:spChg>
        <pc:spChg chg="mod">
          <ac:chgData name="Stephen Wang" userId="2033283f466edd32" providerId="LiveId" clId="{CD35E923-7B20-4204-BE7D-37BF8B9791C1}" dt="2019-07-24T14:59:20.146" v="217"/>
          <ac:spMkLst>
            <pc:docMk/>
            <pc:sldMk cId="2982935085" sldId="333"/>
            <ac:spMk id="8" creationId="{C4B21C60-9080-4726-AE65-25607AEFC710}"/>
          </ac:spMkLst>
        </pc:spChg>
        <pc:spChg chg="mod">
          <ac:chgData name="Stephen Wang" userId="2033283f466edd32" providerId="LiveId" clId="{CD35E923-7B20-4204-BE7D-37BF8B9791C1}" dt="2019-07-24T15:01:22.522" v="245" actId="1076"/>
          <ac:spMkLst>
            <pc:docMk/>
            <pc:sldMk cId="2982935085" sldId="333"/>
            <ac:spMk id="9" creationId="{E5B43C21-C499-483A-97AE-379E28BE5670}"/>
          </ac:spMkLst>
        </pc:spChg>
        <pc:spChg chg="add mod">
          <ac:chgData name="Stephen Wang" userId="2033283f466edd32" providerId="LiveId" clId="{CD35E923-7B20-4204-BE7D-37BF8B9791C1}" dt="2019-07-24T15:02:54.818" v="253" actId="14100"/>
          <ac:spMkLst>
            <pc:docMk/>
            <pc:sldMk cId="2982935085" sldId="333"/>
            <ac:spMk id="10" creationId="{CF7CAD27-48A6-40C1-8764-0F2491F8A59D}"/>
          </ac:spMkLst>
        </pc:spChg>
        <pc:picChg chg="del">
          <ac:chgData name="Stephen Wang" userId="2033283f466edd32" providerId="LiveId" clId="{CD35E923-7B20-4204-BE7D-37BF8B9791C1}" dt="2019-07-24T15:02:08.965" v="246" actId="478"/>
          <ac:picMkLst>
            <pc:docMk/>
            <pc:sldMk cId="2982935085" sldId="333"/>
            <ac:picMk id="2052" creationId="{81F8F442-F866-45B0-BA38-4C62FD0751FC}"/>
          </ac:picMkLst>
        </pc:picChg>
        <pc:picChg chg="add mod">
          <ac:chgData name="Stephen Wang" userId="2033283f466edd32" providerId="LiveId" clId="{CD35E923-7B20-4204-BE7D-37BF8B9791C1}" dt="2019-07-24T15:02:35.039" v="249" actId="1076"/>
          <ac:picMkLst>
            <pc:docMk/>
            <pc:sldMk cId="2982935085" sldId="333"/>
            <ac:picMk id="3074" creationId="{016E4D8B-27A6-49B3-A5D9-F76E26F7DBC5}"/>
          </ac:picMkLst>
        </pc:picChg>
      </pc:sldChg>
      <pc:sldChg chg="addSp delSp modSp add">
        <pc:chgData name="Stephen Wang" userId="2033283f466edd32" providerId="LiveId" clId="{CD35E923-7B20-4204-BE7D-37BF8B9791C1}" dt="2019-07-24T15:13:31.387" v="329" actId="1076"/>
        <pc:sldMkLst>
          <pc:docMk/>
          <pc:sldMk cId="3040318197" sldId="334"/>
        </pc:sldMkLst>
        <pc:spChg chg="add del mod">
          <ac:chgData name="Stephen Wang" userId="2033283f466edd32" providerId="LiveId" clId="{CD35E923-7B20-4204-BE7D-37BF8B9791C1}" dt="2019-07-24T15:06:09.539" v="286"/>
          <ac:spMkLst>
            <pc:docMk/>
            <pc:sldMk cId="3040318197" sldId="334"/>
            <ac:spMk id="2" creationId="{71DFCCD3-388A-439D-975D-595F474BBC14}"/>
          </ac:spMkLst>
        </pc:spChg>
        <pc:spChg chg="add del mod">
          <ac:chgData name="Stephen Wang" userId="2033283f466edd32" providerId="LiveId" clId="{CD35E923-7B20-4204-BE7D-37BF8B9791C1}" dt="2019-07-24T15:07:47.216" v="305"/>
          <ac:spMkLst>
            <pc:docMk/>
            <pc:sldMk cId="3040318197" sldId="334"/>
            <ac:spMk id="4" creationId="{966BF5B5-E40B-4868-98B4-6B37950DEB32}"/>
          </ac:spMkLst>
        </pc:spChg>
        <pc:spChg chg="add mod">
          <ac:chgData name="Stephen Wang" userId="2033283f466edd32" providerId="LiveId" clId="{CD35E923-7B20-4204-BE7D-37BF8B9791C1}" dt="2019-07-24T15:08:11.337" v="313" actId="1076"/>
          <ac:spMkLst>
            <pc:docMk/>
            <pc:sldMk cId="3040318197" sldId="334"/>
            <ac:spMk id="5" creationId="{CC4C0D5B-11E4-4358-895C-A244A3506540}"/>
          </ac:spMkLst>
        </pc:spChg>
        <pc:spChg chg="mod">
          <ac:chgData name="Stephen Wang" userId="2033283f466edd32" providerId="LiveId" clId="{CD35E923-7B20-4204-BE7D-37BF8B9791C1}" dt="2019-07-24T15:04:26.130" v="263" actId="20577"/>
          <ac:spMkLst>
            <pc:docMk/>
            <pc:sldMk cId="3040318197" sldId="334"/>
            <ac:spMk id="8" creationId="{C4B21C60-9080-4726-AE65-25607AEFC710}"/>
          </ac:spMkLst>
        </pc:spChg>
        <pc:spChg chg="del mod">
          <ac:chgData name="Stephen Wang" userId="2033283f466edd32" providerId="LiveId" clId="{CD35E923-7B20-4204-BE7D-37BF8B9791C1}" dt="2019-07-24T15:06:06.490" v="285" actId="478"/>
          <ac:spMkLst>
            <pc:docMk/>
            <pc:sldMk cId="3040318197" sldId="334"/>
            <ac:spMk id="9" creationId="{E5B43C21-C499-483A-97AE-379E28BE5670}"/>
          </ac:spMkLst>
        </pc:spChg>
        <pc:spChg chg="del">
          <ac:chgData name="Stephen Wang" userId="2033283f466edd32" providerId="LiveId" clId="{CD35E923-7B20-4204-BE7D-37BF8B9791C1}" dt="2019-07-24T15:06:00.770" v="283" actId="478"/>
          <ac:spMkLst>
            <pc:docMk/>
            <pc:sldMk cId="3040318197" sldId="334"/>
            <ac:spMk id="10" creationId="{CF7CAD27-48A6-40C1-8764-0F2491F8A59D}"/>
          </ac:spMkLst>
        </pc:spChg>
        <pc:picChg chg="add mod">
          <ac:chgData name="Stephen Wang" userId="2033283f466edd32" providerId="LiveId" clId="{CD35E923-7B20-4204-BE7D-37BF8B9791C1}" dt="2019-07-24T15:13:31.387" v="329" actId="1076"/>
          <ac:picMkLst>
            <pc:docMk/>
            <pc:sldMk cId="3040318197" sldId="334"/>
            <ac:picMk id="11" creationId="{840E1483-808B-4FDB-B3D0-B9B6C0E13667}"/>
          </ac:picMkLst>
        </pc:picChg>
        <pc:picChg chg="del">
          <ac:chgData name="Stephen Wang" userId="2033283f466edd32" providerId="LiveId" clId="{CD35E923-7B20-4204-BE7D-37BF8B9791C1}" dt="2019-07-24T15:06:00.770" v="283" actId="478"/>
          <ac:picMkLst>
            <pc:docMk/>
            <pc:sldMk cId="3040318197" sldId="334"/>
            <ac:picMk id="3074" creationId="{016E4D8B-27A6-49B3-A5D9-F76E26F7DBC5}"/>
          </ac:picMkLst>
        </pc:picChg>
      </pc:sldChg>
      <pc:sldChg chg="addSp delSp modSp add">
        <pc:chgData name="Stephen Wang" userId="2033283f466edd32" providerId="LiveId" clId="{CD35E923-7B20-4204-BE7D-37BF8B9791C1}" dt="2019-07-24T15:13:55.034" v="334" actId="20577"/>
        <pc:sldMkLst>
          <pc:docMk/>
          <pc:sldMk cId="4067585419" sldId="335"/>
        </pc:sldMkLst>
        <pc:spChg chg="add del mod">
          <ac:chgData name="Stephen Wang" userId="2033283f466edd32" providerId="LiveId" clId="{CD35E923-7B20-4204-BE7D-37BF8B9791C1}" dt="2019-07-24T15:09:19.560" v="321"/>
          <ac:spMkLst>
            <pc:docMk/>
            <pc:sldMk cId="4067585419" sldId="335"/>
            <ac:spMk id="2" creationId="{168A96D2-8EF4-4867-A36F-CE89E465D9AC}"/>
          </ac:spMkLst>
        </pc:spChg>
        <pc:spChg chg="mod">
          <ac:chgData name="Stephen Wang" userId="2033283f466edd32" providerId="LiveId" clId="{CD35E923-7B20-4204-BE7D-37BF8B9791C1}" dt="2019-07-24T15:13:55.034" v="334" actId="20577"/>
          <ac:spMkLst>
            <pc:docMk/>
            <pc:sldMk cId="4067585419" sldId="335"/>
            <ac:spMk id="5" creationId="{CC4C0D5B-11E4-4358-895C-A244A3506540}"/>
          </ac:spMkLst>
        </pc:spChg>
        <pc:spChg chg="add del mod">
          <ac:chgData name="Stephen Wang" userId="2033283f466edd32" providerId="LiveId" clId="{CD35E923-7B20-4204-BE7D-37BF8B9791C1}" dt="2019-07-24T15:13:12.359" v="326"/>
          <ac:spMkLst>
            <pc:docMk/>
            <pc:sldMk cId="4067585419" sldId="335"/>
            <ac:spMk id="7" creationId="{0C04B647-5F31-4540-AEE8-1650B02BD46A}"/>
          </ac:spMkLst>
        </pc:spChg>
        <pc:picChg chg="add del mod">
          <ac:chgData name="Stephen Wang" userId="2033283f466edd32" providerId="LiveId" clId="{CD35E923-7B20-4204-BE7D-37BF8B9791C1}" dt="2019-07-24T15:12:44.746" v="325" actId="478"/>
          <ac:picMkLst>
            <pc:docMk/>
            <pc:sldMk cId="4067585419" sldId="335"/>
            <ac:picMk id="4" creationId="{07F0A063-CE5E-4C62-8B5C-46B9DF446DDF}"/>
          </ac:picMkLst>
        </pc:picChg>
        <pc:picChg chg="del mod">
          <ac:chgData name="Stephen Wang" userId="2033283f466edd32" providerId="LiveId" clId="{CD35E923-7B20-4204-BE7D-37BF8B9791C1}" dt="2019-07-24T15:09:18" v="320" actId="478"/>
          <ac:picMkLst>
            <pc:docMk/>
            <pc:sldMk cId="4067585419" sldId="335"/>
            <ac:picMk id="11" creationId="{840E1483-808B-4FDB-B3D0-B9B6C0E13667}"/>
          </ac:picMkLst>
        </pc:picChg>
        <pc:picChg chg="add mod">
          <ac:chgData name="Stephen Wang" userId="2033283f466edd32" providerId="LiveId" clId="{CD35E923-7B20-4204-BE7D-37BF8B9791C1}" dt="2019-07-24T15:13:37.380" v="331" actId="1076"/>
          <ac:picMkLst>
            <pc:docMk/>
            <pc:sldMk cId="4067585419" sldId="335"/>
            <ac:picMk id="5122" creationId="{8C8D25E7-C11D-4E3C-8025-79F5A159240E}"/>
          </ac:picMkLst>
        </pc:picChg>
      </pc:sldChg>
    </pc:docChg>
  </pc:docChgLst>
  <pc:docChgLst>
    <pc:chgData name="Wang Stephen" userId="2033283f466edd32" providerId="LiveId" clId="{E5E39C6A-5D2C-774B-B793-56457E344DA2}"/>
    <pc:docChg chg="undo redo custSel addSld delSld modSld sldOrd">
      <pc:chgData name="Wang Stephen" userId="2033283f466edd32" providerId="LiveId" clId="{E5E39C6A-5D2C-774B-B793-56457E344DA2}" dt="2019-07-24T04:40:04.691" v="2177" actId="14100"/>
      <pc:docMkLst>
        <pc:docMk/>
      </pc:docMkLst>
      <pc:sldChg chg="modSp">
        <pc:chgData name="Wang Stephen" userId="2033283f466edd32" providerId="LiveId" clId="{E5E39C6A-5D2C-774B-B793-56457E344DA2}" dt="2019-07-24T04:40:04.691" v="2177" actId="14100"/>
        <pc:sldMkLst>
          <pc:docMk/>
          <pc:sldMk cId="3745752722" sldId="272"/>
        </pc:sldMkLst>
        <pc:spChg chg="mod">
          <ac:chgData name="Wang Stephen" userId="2033283f466edd32" providerId="LiveId" clId="{E5E39C6A-5D2C-774B-B793-56457E344DA2}" dt="2019-07-24T04:40:04.691" v="2177" actId="14100"/>
          <ac:spMkLst>
            <pc:docMk/>
            <pc:sldMk cId="3745752722" sldId="272"/>
            <ac:spMk id="3" creationId="{62FC2E14-24A9-4C48-BA13-A2E74B0AAD2F}"/>
          </ac:spMkLst>
        </pc:spChg>
        <pc:spChg chg="mod">
          <ac:chgData name="Wang Stephen" userId="2033283f466edd32" providerId="LiveId" clId="{E5E39C6A-5D2C-774B-B793-56457E344DA2}" dt="2019-07-24T04:39:17.062" v="2155" actId="1076"/>
          <ac:spMkLst>
            <pc:docMk/>
            <pc:sldMk cId="3745752722" sldId="272"/>
            <ac:spMk id="11" creationId="{02DE64EB-6651-40E1-94BC-1E4AF0E80B5C}"/>
          </ac:spMkLst>
        </pc:spChg>
      </pc:sldChg>
      <pc:sldChg chg="addSp modSp">
        <pc:chgData name="Wang Stephen" userId="2033283f466edd32" providerId="LiveId" clId="{E5E39C6A-5D2C-774B-B793-56457E344DA2}" dt="2019-07-23T04:00:23.725" v="44"/>
        <pc:sldMkLst>
          <pc:docMk/>
          <pc:sldMk cId="2503680912" sldId="274"/>
        </pc:sldMkLst>
        <pc:spChg chg="add">
          <ac:chgData name="Wang Stephen" userId="2033283f466edd32" providerId="LiveId" clId="{E5E39C6A-5D2C-774B-B793-56457E344DA2}" dt="2019-07-23T04:00:23.725" v="44"/>
          <ac:spMkLst>
            <pc:docMk/>
            <pc:sldMk cId="2503680912" sldId="274"/>
            <ac:spMk id="5" creationId="{5143C6F7-B731-0C46-87E3-55867683E8F8}"/>
          </ac:spMkLst>
        </pc:spChg>
        <pc:spChg chg="mod">
          <ac:chgData name="Wang Stephen" userId="2033283f466edd32" providerId="LiveId" clId="{E5E39C6A-5D2C-774B-B793-56457E344DA2}" dt="2019-07-23T03:55:46.989" v="9" actId="20577"/>
          <ac:spMkLst>
            <pc:docMk/>
            <pc:sldMk cId="2503680912" sldId="274"/>
            <ac:spMk id="15" creationId="{7BFD86DE-1DB5-44CA-909F-764A6565EE96}"/>
          </ac:spMkLst>
        </pc:spChg>
        <pc:spChg chg="mod">
          <ac:chgData name="Wang Stephen" userId="2033283f466edd32" providerId="LiveId" clId="{E5E39C6A-5D2C-774B-B793-56457E344DA2}" dt="2019-07-23T03:59:59.620" v="43" actId="1076"/>
          <ac:spMkLst>
            <pc:docMk/>
            <pc:sldMk cId="2503680912" sldId="274"/>
            <ac:spMk id="16" creationId="{AC81E170-56DC-47A3-9F17-0C1F3876C276}"/>
          </ac:spMkLst>
        </pc:spChg>
        <pc:picChg chg="add mod">
          <ac:chgData name="Wang Stephen" userId="2033283f466edd32" providerId="LiveId" clId="{E5E39C6A-5D2C-774B-B793-56457E344DA2}" dt="2019-07-23T03:59:56.319" v="42" actId="1076"/>
          <ac:picMkLst>
            <pc:docMk/>
            <pc:sldMk cId="2503680912" sldId="274"/>
            <ac:picMk id="2" creationId="{5EC35BFB-0EF5-654A-8D80-877DE4D2C09E}"/>
          </ac:picMkLst>
        </pc:picChg>
      </pc:sldChg>
      <pc:sldChg chg="addSp delSp modSp add">
        <pc:chgData name="Wang Stephen" userId="2033283f466edd32" providerId="LiveId" clId="{E5E39C6A-5D2C-774B-B793-56457E344DA2}" dt="2019-07-23T04:25:22.695" v="370" actId="1076"/>
        <pc:sldMkLst>
          <pc:docMk/>
          <pc:sldMk cId="1081913446" sldId="275"/>
        </pc:sldMkLst>
        <pc:spChg chg="add mod">
          <ac:chgData name="Wang Stephen" userId="2033283f466edd32" providerId="LiveId" clId="{E5E39C6A-5D2C-774B-B793-56457E344DA2}" dt="2019-07-23T04:12:43.449" v="139" actId="113"/>
          <ac:spMkLst>
            <pc:docMk/>
            <pc:sldMk cId="1081913446" sldId="275"/>
            <ac:spMk id="4" creationId="{8F0845DB-F3C1-1A41-8E94-5AE025C4427C}"/>
          </ac:spMkLst>
        </pc:spChg>
        <pc:spChg chg="add del">
          <ac:chgData name="Wang Stephen" userId="2033283f466edd32" providerId="LiveId" clId="{E5E39C6A-5D2C-774B-B793-56457E344DA2}" dt="2019-07-23T04:06:40.462" v="74"/>
          <ac:spMkLst>
            <pc:docMk/>
            <pc:sldMk cId="1081913446" sldId="275"/>
            <ac:spMk id="6" creationId="{541097E4-BB83-5043-AEF7-5BDDC5110BB7}"/>
          </ac:spMkLst>
        </pc:spChg>
        <pc:spChg chg="mod">
          <ac:chgData name="Wang Stephen" userId="2033283f466edd32" providerId="LiveId" clId="{E5E39C6A-5D2C-774B-B793-56457E344DA2}" dt="2019-07-23T04:15:59.507" v="179" actId="20577"/>
          <ac:spMkLst>
            <pc:docMk/>
            <pc:sldMk cId="1081913446" sldId="275"/>
            <ac:spMk id="15" creationId="{7BFD86DE-1DB5-44CA-909F-764A6565EE96}"/>
          </ac:spMkLst>
        </pc:spChg>
        <pc:spChg chg="del">
          <ac:chgData name="Wang Stephen" userId="2033283f466edd32" providerId="LiveId" clId="{E5E39C6A-5D2C-774B-B793-56457E344DA2}" dt="2019-07-23T04:00:47.851" v="46" actId="478"/>
          <ac:spMkLst>
            <pc:docMk/>
            <pc:sldMk cId="1081913446" sldId="275"/>
            <ac:spMk id="16" creationId="{AC81E170-56DC-47A3-9F17-0C1F3876C276}"/>
          </ac:spMkLst>
        </pc:spChg>
        <pc:picChg chg="del">
          <ac:chgData name="Wang Stephen" userId="2033283f466edd32" providerId="LiveId" clId="{E5E39C6A-5D2C-774B-B793-56457E344DA2}" dt="2019-07-23T04:00:47.851" v="46" actId="478"/>
          <ac:picMkLst>
            <pc:docMk/>
            <pc:sldMk cId="1081913446" sldId="275"/>
            <ac:picMk id="2" creationId="{5EC35BFB-0EF5-654A-8D80-877DE4D2C09E}"/>
          </ac:picMkLst>
        </pc:picChg>
        <pc:picChg chg="add mod">
          <ac:chgData name="Wang Stephen" userId="2033283f466edd32" providerId="LiveId" clId="{E5E39C6A-5D2C-774B-B793-56457E344DA2}" dt="2019-07-23T04:25:22.695" v="370" actId="1076"/>
          <ac:picMkLst>
            <pc:docMk/>
            <pc:sldMk cId="1081913446" sldId="275"/>
            <ac:picMk id="8" creationId="{4109972D-4C05-C54D-83E8-FD9491F203E1}"/>
          </ac:picMkLst>
        </pc:picChg>
      </pc:sldChg>
      <pc:sldChg chg="addSp delSp modSp add">
        <pc:chgData name="Wang Stephen" userId="2033283f466edd32" providerId="LiveId" clId="{E5E39C6A-5D2C-774B-B793-56457E344DA2}" dt="2019-07-23T04:39:44.898" v="658" actId="1037"/>
        <pc:sldMkLst>
          <pc:docMk/>
          <pc:sldMk cId="3762323427" sldId="276"/>
        </pc:sldMkLst>
        <pc:spChg chg="add del">
          <ac:chgData name="Wang Stephen" userId="2033283f466edd32" providerId="LiveId" clId="{E5E39C6A-5D2C-774B-B793-56457E344DA2}" dt="2019-07-23T04:07:06.869" v="80"/>
          <ac:spMkLst>
            <pc:docMk/>
            <pc:sldMk cId="3762323427" sldId="276"/>
            <ac:spMk id="2" creationId="{BE5FE862-6AE6-3842-907B-856A09E1B395}"/>
          </ac:spMkLst>
        </pc:spChg>
        <pc:spChg chg="mod">
          <ac:chgData name="Wang Stephen" userId="2033283f466edd32" providerId="LiveId" clId="{E5E39C6A-5D2C-774B-B793-56457E344DA2}" dt="2019-07-23T04:39:44.898" v="658" actId="1037"/>
          <ac:spMkLst>
            <pc:docMk/>
            <pc:sldMk cId="3762323427" sldId="276"/>
            <ac:spMk id="4" creationId="{8F0845DB-F3C1-1A41-8E94-5AE025C4427C}"/>
          </ac:spMkLst>
        </pc:spChg>
        <pc:spChg chg="mod">
          <ac:chgData name="Wang Stephen" userId="2033283f466edd32" providerId="LiveId" clId="{E5E39C6A-5D2C-774B-B793-56457E344DA2}" dt="2019-07-23T04:28:43.183" v="563" actId="313"/>
          <ac:spMkLst>
            <pc:docMk/>
            <pc:sldMk cId="3762323427" sldId="276"/>
            <ac:spMk id="15" creationId="{7BFD86DE-1DB5-44CA-909F-764A6565EE96}"/>
          </ac:spMkLst>
        </pc:spChg>
        <pc:picChg chg="add mod">
          <ac:chgData name="Wang Stephen" userId="2033283f466edd32" providerId="LiveId" clId="{E5E39C6A-5D2C-774B-B793-56457E344DA2}" dt="2019-07-23T04:34:22.161" v="600" actId="1076"/>
          <ac:picMkLst>
            <pc:docMk/>
            <pc:sldMk cId="3762323427" sldId="276"/>
            <ac:picMk id="7" creationId="{796417FB-059C-C64E-9783-51AF7489FFFE}"/>
          </ac:picMkLst>
        </pc:picChg>
        <pc:picChg chg="del">
          <ac:chgData name="Wang Stephen" userId="2033283f466edd32" providerId="LiveId" clId="{E5E39C6A-5D2C-774B-B793-56457E344DA2}" dt="2019-07-23T04:07:05.134" v="78" actId="478"/>
          <ac:picMkLst>
            <pc:docMk/>
            <pc:sldMk cId="3762323427" sldId="276"/>
            <ac:picMk id="8" creationId="{4109972D-4C05-C54D-83E8-FD9491F203E1}"/>
          </ac:picMkLst>
        </pc:picChg>
      </pc:sldChg>
      <pc:sldChg chg="addSp delSp modSp add ord">
        <pc:chgData name="Wang Stephen" userId="2033283f466edd32" providerId="LiveId" clId="{E5E39C6A-5D2C-774B-B793-56457E344DA2}" dt="2019-07-24T03:21:54.157" v="2005" actId="1076"/>
        <pc:sldMkLst>
          <pc:docMk/>
          <pc:sldMk cId="2092038457" sldId="277"/>
        </pc:sldMkLst>
        <pc:spChg chg="mod">
          <ac:chgData name="Wang Stephen" userId="2033283f466edd32" providerId="LiveId" clId="{E5E39C6A-5D2C-774B-B793-56457E344DA2}" dt="2019-07-24T03:21:54.157" v="2005" actId="1076"/>
          <ac:spMkLst>
            <pc:docMk/>
            <pc:sldMk cId="2092038457" sldId="277"/>
            <ac:spMk id="4" creationId="{8F0845DB-F3C1-1A41-8E94-5AE025C4427C}"/>
          </ac:spMkLst>
        </pc:spChg>
        <pc:spChg chg="mod">
          <ac:chgData name="Wang Stephen" userId="2033283f466edd32" providerId="LiveId" clId="{E5E39C6A-5D2C-774B-B793-56457E344DA2}" dt="2019-07-23T04:16:38.792" v="208" actId="20577"/>
          <ac:spMkLst>
            <pc:docMk/>
            <pc:sldMk cId="2092038457" sldId="277"/>
            <ac:spMk id="15" creationId="{7BFD86DE-1DB5-44CA-909F-764A6565EE96}"/>
          </ac:spMkLst>
        </pc:spChg>
        <pc:picChg chg="add mod">
          <ac:chgData name="Wang Stephen" userId="2033283f466edd32" providerId="LiveId" clId="{E5E39C6A-5D2C-774B-B793-56457E344DA2}" dt="2019-07-23T04:25:23.094" v="371" actId="1076"/>
          <ac:picMkLst>
            <pc:docMk/>
            <pc:sldMk cId="2092038457" sldId="277"/>
            <ac:picMk id="6" creationId="{59FC6AED-6352-D44D-9435-780BBF8B5BF2}"/>
          </ac:picMkLst>
        </pc:picChg>
        <pc:picChg chg="del">
          <ac:chgData name="Wang Stephen" userId="2033283f466edd32" providerId="LiveId" clId="{E5E39C6A-5D2C-774B-B793-56457E344DA2}" dt="2019-07-23T04:07:41.114" v="87" actId="478"/>
          <ac:picMkLst>
            <pc:docMk/>
            <pc:sldMk cId="2092038457" sldId="277"/>
            <ac:picMk id="7" creationId="{796417FB-059C-C64E-9783-51AF7489FFFE}"/>
          </ac:picMkLst>
        </pc:picChg>
      </pc:sldChg>
      <pc:sldChg chg="addSp delSp modSp add ord">
        <pc:chgData name="Wang Stephen" userId="2033283f466edd32" providerId="LiveId" clId="{E5E39C6A-5D2C-774B-B793-56457E344DA2}" dt="2019-07-24T03:22:12.223" v="2006" actId="403"/>
        <pc:sldMkLst>
          <pc:docMk/>
          <pc:sldMk cId="14170940" sldId="278"/>
        </pc:sldMkLst>
        <pc:spChg chg="add mod">
          <ac:chgData name="Wang Stephen" userId="2033283f466edd32" providerId="LiveId" clId="{E5E39C6A-5D2C-774B-B793-56457E344DA2}" dt="2019-07-24T03:22:12.223" v="2006" actId="403"/>
          <ac:spMkLst>
            <pc:docMk/>
            <pc:sldMk cId="14170940" sldId="278"/>
            <ac:spMk id="3" creationId="{6E81B776-E19C-5948-8047-89E3CFBB2077}"/>
          </ac:spMkLst>
        </pc:spChg>
        <pc:spChg chg="del">
          <ac:chgData name="Wang Stephen" userId="2033283f466edd32" providerId="LiveId" clId="{E5E39C6A-5D2C-774B-B793-56457E344DA2}" dt="2019-07-23T04:11:11.255" v="121" actId="478"/>
          <ac:spMkLst>
            <pc:docMk/>
            <pc:sldMk cId="14170940" sldId="278"/>
            <ac:spMk id="4" creationId="{8F0845DB-F3C1-1A41-8E94-5AE025C4427C}"/>
          </ac:spMkLst>
        </pc:spChg>
        <pc:spChg chg="add del mod">
          <ac:chgData name="Wang Stephen" userId="2033283f466edd32" providerId="LiveId" clId="{E5E39C6A-5D2C-774B-B793-56457E344DA2}" dt="2019-07-23T04:11:13.112" v="122" actId="478"/>
          <ac:spMkLst>
            <pc:docMk/>
            <pc:sldMk cId="14170940" sldId="278"/>
            <ac:spMk id="8" creationId="{B78589B6-0FEC-4F4F-8BFB-5DB36EF6B832}"/>
          </ac:spMkLst>
        </pc:spChg>
        <pc:spChg chg="add del mod">
          <ac:chgData name="Wang Stephen" userId="2033283f466edd32" providerId="LiveId" clId="{E5E39C6A-5D2C-774B-B793-56457E344DA2}" dt="2019-07-23T04:17:36.103" v="247" actId="478"/>
          <ac:spMkLst>
            <pc:docMk/>
            <pc:sldMk cId="14170940" sldId="278"/>
            <ac:spMk id="10" creationId="{A5D6AA4D-A682-F648-A867-E77AB6A56FBA}"/>
          </ac:spMkLst>
        </pc:spChg>
        <pc:spChg chg="add del">
          <ac:chgData name="Wang Stephen" userId="2033283f466edd32" providerId="LiveId" clId="{E5E39C6A-5D2C-774B-B793-56457E344DA2}" dt="2019-07-23T04:12:58.108" v="142"/>
          <ac:spMkLst>
            <pc:docMk/>
            <pc:sldMk cId="14170940" sldId="278"/>
            <ac:spMk id="11" creationId="{D4060004-927B-1845-A0DC-A11A515CE8E4}"/>
          </ac:spMkLst>
        </pc:spChg>
        <pc:spChg chg="mod">
          <ac:chgData name="Wang Stephen" userId="2033283f466edd32" providerId="LiveId" clId="{E5E39C6A-5D2C-774B-B793-56457E344DA2}" dt="2019-07-23T04:16:52.360" v="222" actId="20577"/>
          <ac:spMkLst>
            <pc:docMk/>
            <pc:sldMk cId="14170940" sldId="278"/>
            <ac:spMk id="15" creationId="{7BFD86DE-1DB5-44CA-909F-764A6565EE96}"/>
          </ac:spMkLst>
        </pc:spChg>
        <pc:picChg chg="add mod">
          <ac:chgData name="Wang Stephen" userId="2033283f466edd32" providerId="LiveId" clId="{E5E39C6A-5D2C-774B-B793-56457E344DA2}" dt="2019-07-23T04:25:25.249" v="373" actId="1076"/>
          <ac:picMkLst>
            <pc:docMk/>
            <pc:sldMk cId="14170940" sldId="278"/>
            <ac:picMk id="2" creationId="{B5C65E9B-2485-A54E-8E62-BB053B62BD90}"/>
          </ac:picMkLst>
        </pc:picChg>
        <pc:picChg chg="del">
          <ac:chgData name="Wang Stephen" userId="2033283f466edd32" providerId="LiveId" clId="{E5E39C6A-5D2C-774B-B793-56457E344DA2}" dt="2019-07-23T04:09:43.096" v="102" actId="478"/>
          <ac:picMkLst>
            <pc:docMk/>
            <pc:sldMk cId="14170940" sldId="278"/>
            <ac:picMk id="6" creationId="{59FC6AED-6352-D44D-9435-780BBF8B5BF2}"/>
          </ac:picMkLst>
        </pc:picChg>
        <pc:picChg chg="add del mod">
          <ac:chgData name="Wang Stephen" userId="2033283f466edd32" providerId="LiveId" clId="{E5E39C6A-5D2C-774B-B793-56457E344DA2}" dt="2019-07-23T04:17:36.103" v="247" actId="478"/>
          <ac:picMkLst>
            <pc:docMk/>
            <pc:sldMk cId="14170940" sldId="278"/>
            <ac:picMk id="9" creationId="{8E883747-409E-D542-B777-9156D6820852}"/>
          </ac:picMkLst>
        </pc:picChg>
      </pc:sldChg>
      <pc:sldChg chg="addSp delSp modSp add ord">
        <pc:chgData name="Wang Stephen" userId="2033283f466edd32" providerId="LiveId" clId="{E5E39C6A-5D2C-774B-B793-56457E344DA2}" dt="2019-07-23T04:22:50.587" v="313" actId="1076"/>
        <pc:sldMkLst>
          <pc:docMk/>
          <pc:sldMk cId="1566815327" sldId="279"/>
        </pc:sldMkLst>
        <pc:spChg chg="del">
          <ac:chgData name="Wang Stephen" userId="2033283f466edd32" providerId="LiveId" clId="{E5E39C6A-5D2C-774B-B793-56457E344DA2}" dt="2019-07-23T04:13:18.389" v="144" actId="478"/>
          <ac:spMkLst>
            <pc:docMk/>
            <pc:sldMk cId="1566815327" sldId="279"/>
            <ac:spMk id="3" creationId="{6E81B776-E19C-5948-8047-89E3CFBB2077}"/>
          </ac:spMkLst>
        </pc:spChg>
        <pc:spChg chg="del">
          <ac:chgData name="Wang Stephen" userId="2033283f466edd32" providerId="LiveId" clId="{E5E39C6A-5D2C-774B-B793-56457E344DA2}" dt="2019-07-23T04:13:18.389" v="144" actId="478"/>
          <ac:spMkLst>
            <pc:docMk/>
            <pc:sldMk cId="1566815327" sldId="279"/>
            <ac:spMk id="10" creationId="{A5D6AA4D-A682-F648-A867-E77AB6A56FBA}"/>
          </ac:spMkLst>
        </pc:spChg>
        <pc:spChg chg="add mod">
          <ac:chgData name="Wang Stephen" userId="2033283f466edd32" providerId="LiveId" clId="{E5E39C6A-5D2C-774B-B793-56457E344DA2}" dt="2019-07-23T04:14:00.557" v="154" actId="1076"/>
          <ac:spMkLst>
            <pc:docMk/>
            <pc:sldMk cId="1566815327" sldId="279"/>
            <ac:spMk id="11" creationId="{5D19326E-8D16-2F4C-B033-44A0DC8C6211}"/>
          </ac:spMkLst>
        </pc:spChg>
        <pc:spChg chg="mod">
          <ac:chgData name="Wang Stephen" userId="2033283f466edd32" providerId="LiveId" clId="{E5E39C6A-5D2C-774B-B793-56457E344DA2}" dt="2019-07-23T04:21:34.662" v="301" actId="20577"/>
          <ac:spMkLst>
            <pc:docMk/>
            <pc:sldMk cId="1566815327" sldId="279"/>
            <ac:spMk id="15" creationId="{7BFD86DE-1DB5-44CA-909F-764A6565EE96}"/>
          </ac:spMkLst>
        </pc:spChg>
        <pc:picChg chg="del">
          <ac:chgData name="Wang Stephen" userId="2033283f466edd32" providerId="LiveId" clId="{E5E39C6A-5D2C-774B-B793-56457E344DA2}" dt="2019-07-23T04:13:18.389" v="144" actId="478"/>
          <ac:picMkLst>
            <pc:docMk/>
            <pc:sldMk cId="1566815327" sldId="279"/>
            <ac:picMk id="2" creationId="{B5C65E9B-2485-A54E-8E62-BB053B62BD90}"/>
          </ac:picMkLst>
        </pc:picChg>
        <pc:picChg chg="add mod">
          <ac:chgData name="Wang Stephen" userId="2033283f466edd32" providerId="LiveId" clId="{E5E39C6A-5D2C-774B-B793-56457E344DA2}" dt="2019-07-23T04:22:50.587" v="313" actId="1076"/>
          <ac:picMkLst>
            <pc:docMk/>
            <pc:sldMk cId="1566815327" sldId="279"/>
            <ac:picMk id="8" creationId="{142FC8E5-454A-1049-BF13-173E3D5BC141}"/>
          </ac:picMkLst>
        </pc:picChg>
        <pc:picChg chg="del">
          <ac:chgData name="Wang Stephen" userId="2033283f466edd32" providerId="LiveId" clId="{E5E39C6A-5D2C-774B-B793-56457E344DA2}" dt="2019-07-23T04:13:18.389" v="144" actId="478"/>
          <ac:picMkLst>
            <pc:docMk/>
            <pc:sldMk cId="1566815327" sldId="279"/>
            <ac:picMk id="9" creationId="{8E883747-409E-D542-B777-9156D6820852}"/>
          </ac:picMkLst>
        </pc:picChg>
      </pc:sldChg>
      <pc:sldChg chg="delSp modSp add">
        <pc:chgData name="Wang Stephen" userId="2033283f466edd32" providerId="LiveId" clId="{E5E39C6A-5D2C-774B-B793-56457E344DA2}" dt="2019-07-24T03:22:22.090" v="2008" actId="1076"/>
        <pc:sldMkLst>
          <pc:docMk/>
          <pc:sldMk cId="2607259944" sldId="280"/>
        </pc:sldMkLst>
        <pc:spChg chg="del">
          <ac:chgData name="Wang Stephen" userId="2033283f466edd32" providerId="LiveId" clId="{E5E39C6A-5D2C-774B-B793-56457E344DA2}" dt="2019-07-23T04:17:11.750" v="241" actId="478"/>
          <ac:spMkLst>
            <pc:docMk/>
            <pc:sldMk cId="2607259944" sldId="280"/>
            <ac:spMk id="3" creationId="{6E81B776-E19C-5948-8047-89E3CFBB2077}"/>
          </ac:spMkLst>
        </pc:spChg>
        <pc:spChg chg="mod">
          <ac:chgData name="Wang Stephen" userId="2033283f466edd32" providerId="LiveId" clId="{E5E39C6A-5D2C-774B-B793-56457E344DA2}" dt="2019-07-24T03:22:22.090" v="2008" actId="1076"/>
          <ac:spMkLst>
            <pc:docMk/>
            <pc:sldMk cId="2607259944" sldId="280"/>
            <ac:spMk id="10" creationId="{A5D6AA4D-A682-F648-A867-E77AB6A56FBA}"/>
          </ac:spMkLst>
        </pc:spChg>
        <pc:spChg chg="mod">
          <ac:chgData name="Wang Stephen" userId="2033283f466edd32" providerId="LiveId" clId="{E5E39C6A-5D2C-774B-B793-56457E344DA2}" dt="2019-07-23T04:17:04.929" v="240" actId="20577"/>
          <ac:spMkLst>
            <pc:docMk/>
            <pc:sldMk cId="2607259944" sldId="280"/>
            <ac:spMk id="15" creationId="{7BFD86DE-1DB5-44CA-909F-764A6565EE96}"/>
          </ac:spMkLst>
        </pc:spChg>
        <pc:picChg chg="del">
          <ac:chgData name="Wang Stephen" userId="2033283f466edd32" providerId="LiveId" clId="{E5E39C6A-5D2C-774B-B793-56457E344DA2}" dt="2019-07-23T04:17:11.750" v="241" actId="478"/>
          <ac:picMkLst>
            <pc:docMk/>
            <pc:sldMk cId="2607259944" sldId="280"/>
            <ac:picMk id="2" creationId="{B5C65E9B-2485-A54E-8E62-BB053B62BD90}"/>
          </ac:picMkLst>
        </pc:picChg>
        <pc:picChg chg="mod">
          <ac:chgData name="Wang Stephen" userId="2033283f466edd32" providerId="LiveId" clId="{E5E39C6A-5D2C-774B-B793-56457E344DA2}" dt="2019-07-23T04:25:24.109" v="372" actId="1076"/>
          <ac:picMkLst>
            <pc:docMk/>
            <pc:sldMk cId="2607259944" sldId="280"/>
            <ac:picMk id="9" creationId="{8E883747-409E-D542-B777-9156D6820852}"/>
          </ac:picMkLst>
        </pc:picChg>
      </pc:sldChg>
      <pc:sldChg chg="addSp delSp modSp add">
        <pc:chgData name="Wang Stephen" userId="2033283f466edd32" providerId="LiveId" clId="{E5E39C6A-5D2C-774B-B793-56457E344DA2}" dt="2019-07-23T04:24:26.086" v="358" actId="20577"/>
        <pc:sldMkLst>
          <pc:docMk/>
          <pc:sldMk cId="1953735406" sldId="281"/>
        </pc:sldMkLst>
        <pc:spChg chg="mod">
          <ac:chgData name="Wang Stephen" userId="2033283f466edd32" providerId="LiveId" clId="{E5E39C6A-5D2C-774B-B793-56457E344DA2}" dt="2019-07-23T04:23:06.625" v="329" actId="14100"/>
          <ac:spMkLst>
            <pc:docMk/>
            <pc:sldMk cId="1953735406" sldId="281"/>
            <ac:spMk id="11" creationId="{5D19326E-8D16-2F4C-B033-44A0DC8C6211}"/>
          </ac:spMkLst>
        </pc:spChg>
        <pc:spChg chg="mod">
          <ac:chgData name="Wang Stephen" userId="2033283f466edd32" providerId="LiveId" clId="{E5E39C6A-5D2C-774B-B793-56457E344DA2}" dt="2019-07-23T04:24:26.086" v="358" actId="20577"/>
          <ac:spMkLst>
            <pc:docMk/>
            <pc:sldMk cId="1953735406" sldId="281"/>
            <ac:spMk id="15" creationId="{7BFD86DE-1DB5-44CA-909F-764A6565EE96}"/>
          </ac:spMkLst>
        </pc:spChg>
        <pc:picChg chg="add mod">
          <ac:chgData name="Wang Stephen" userId="2033283f466edd32" providerId="LiveId" clId="{E5E39C6A-5D2C-774B-B793-56457E344DA2}" dt="2019-07-23T04:22:37.978" v="309" actId="1076"/>
          <ac:picMkLst>
            <pc:docMk/>
            <pc:sldMk cId="1953735406" sldId="281"/>
            <ac:picMk id="6" creationId="{B9EEDECD-7F44-0346-B93F-1D1344E658FC}"/>
          </ac:picMkLst>
        </pc:picChg>
        <pc:picChg chg="del">
          <ac:chgData name="Wang Stephen" userId="2033283f466edd32" providerId="LiveId" clId="{E5E39C6A-5D2C-774B-B793-56457E344DA2}" dt="2019-07-23T04:22:21.602" v="303" actId="478"/>
          <ac:picMkLst>
            <pc:docMk/>
            <pc:sldMk cId="1953735406" sldId="281"/>
            <ac:picMk id="8" creationId="{142FC8E5-454A-1049-BF13-173E3D5BC141}"/>
          </ac:picMkLst>
        </pc:picChg>
      </pc:sldChg>
      <pc:sldChg chg="addSp delSp modSp add">
        <pc:chgData name="Wang Stephen" userId="2033283f466edd32" providerId="LiveId" clId="{E5E39C6A-5D2C-774B-B793-56457E344DA2}" dt="2019-07-23T04:28:37.334" v="562" actId="20577"/>
        <pc:sldMkLst>
          <pc:docMk/>
          <pc:sldMk cId="1082752779" sldId="282"/>
        </pc:sldMkLst>
        <pc:spChg chg="mod">
          <ac:chgData name="Wang Stephen" userId="2033283f466edd32" providerId="LiveId" clId="{E5E39C6A-5D2C-774B-B793-56457E344DA2}" dt="2019-07-23T04:26:03.435" v="411" actId="20577"/>
          <ac:spMkLst>
            <pc:docMk/>
            <pc:sldMk cId="1082752779" sldId="282"/>
            <ac:spMk id="11" creationId="{5D19326E-8D16-2F4C-B033-44A0DC8C6211}"/>
          </ac:spMkLst>
        </pc:spChg>
        <pc:spChg chg="mod">
          <ac:chgData name="Wang Stephen" userId="2033283f466edd32" providerId="LiveId" clId="{E5E39C6A-5D2C-774B-B793-56457E344DA2}" dt="2019-07-23T04:28:37.334" v="562" actId="20577"/>
          <ac:spMkLst>
            <pc:docMk/>
            <pc:sldMk cId="1082752779" sldId="282"/>
            <ac:spMk id="15" creationId="{7BFD86DE-1DB5-44CA-909F-764A6565EE96}"/>
          </ac:spMkLst>
        </pc:spChg>
        <pc:picChg chg="del">
          <ac:chgData name="Wang Stephen" userId="2033283f466edd32" providerId="LiveId" clId="{E5E39C6A-5D2C-774B-B793-56457E344DA2}" dt="2019-07-23T04:24:39.200" v="360" actId="478"/>
          <ac:picMkLst>
            <pc:docMk/>
            <pc:sldMk cId="1082752779" sldId="282"/>
            <ac:picMk id="6" creationId="{B9EEDECD-7F44-0346-B93F-1D1344E658FC}"/>
          </ac:picMkLst>
        </pc:picChg>
        <pc:picChg chg="add mod">
          <ac:chgData name="Wang Stephen" userId="2033283f466edd32" providerId="LiveId" clId="{E5E39C6A-5D2C-774B-B793-56457E344DA2}" dt="2019-07-23T04:25:45.199" v="378" actId="1076"/>
          <ac:picMkLst>
            <pc:docMk/>
            <pc:sldMk cId="1082752779" sldId="282"/>
            <ac:picMk id="7" creationId="{40B86E12-0971-2844-BE82-04674C7DF6AD}"/>
          </ac:picMkLst>
        </pc:picChg>
      </pc:sldChg>
      <pc:sldChg chg="modSp add">
        <pc:chgData name="Wang Stephen" userId="2033283f466edd32" providerId="LiveId" clId="{E5E39C6A-5D2C-774B-B793-56457E344DA2}" dt="2019-07-23T04:41:44.668" v="708" actId="313"/>
        <pc:sldMkLst>
          <pc:docMk/>
          <pc:sldMk cId="2166774290" sldId="283"/>
        </pc:sldMkLst>
        <pc:spChg chg="mod">
          <ac:chgData name="Wang Stephen" userId="2033283f466edd32" providerId="LiveId" clId="{E5E39C6A-5D2C-774B-B793-56457E344DA2}" dt="2019-07-23T04:41:44.668" v="708" actId="313"/>
          <ac:spMkLst>
            <pc:docMk/>
            <pc:sldMk cId="2166774290" sldId="283"/>
            <ac:spMk id="4" creationId="{69C51D9E-F792-4069-A1B7-56FDA6317FEE}"/>
          </ac:spMkLst>
        </pc:spChg>
      </pc:sldChg>
      <pc:sldChg chg="addSp delSp modSp add">
        <pc:chgData name="Wang Stephen" userId="2033283f466edd32" providerId="LiveId" clId="{E5E39C6A-5D2C-774B-B793-56457E344DA2}" dt="2019-07-24T03:22:43.190" v="2015" actId="1037"/>
        <pc:sldMkLst>
          <pc:docMk/>
          <pc:sldMk cId="2786341130" sldId="284"/>
        </pc:sldMkLst>
        <pc:spChg chg="add del mod">
          <ac:chgData name="Wang Stephen" userId="2033283f466edd32" providerId="LiveId" clId="{E5E39C6A-5D2C-774B-B793-56457E344DA2}" dt="2019-07-23T04:32:45.579" v="572" actId="931"/>
          <ac:spMkLst>
            <pc:docMk/>
            <pc:sldMk cId="2786341130" sldId="284"/>
            <ac:spMk id="3" creationId="{211758D1-20EC-E649-B94E-CDF92C90F89E}"/>
          </ac:spMkLst>
        </pc:spChg>
        <pc:spChg chg="del">
          <ac:chgData name="Wang Stephen" userId="2033283f466edd32" providerId="LiveId" clId="{E5E39C6A-5D2C-774B-B793-56457E344DA2}" dt="2019-07-23T04:32:12.623" v="565" actId="478"/>
          <ac:spMkLst>
            <pc:docMk/>
            <pc:sldMk cId="2786341130" sldId="284"/>
            <ac:spMk id="4" creationId="{8F0845DB-F3C1-1A41-8E94-5AE025C4427C}"/>
          </ac:spMkLst>
        </pc:spChg>
        <pc:spChg chg="add mod">
          <ac:chgData name="Wang Stephen" userId="2033283f466edd32" providerId="LiveId" clId="{E5E39C6A-5D2C-774B-B793-56457E344DA2}" dt="2019-07-24T03:22:43.190" v="2015" actId="1037"/>
          <ac:spMkLst>
            <pc:docMk/>
            <pc:sldMk cId="2786341130" sldId="284"/>
            <ac:spMk id="10" creationId="{9B8C3888-1F0F-0B4F-BDAF-E74F0C36478B}"/>
          </ac:spMkLst>
        </pc:spChg>
        <pc:spChg chg="mod">
          <ac:chgData name="Wang Stephen" userId="2033283f466edd32" providerId="LiveId" clId="{E5E39C6A-5D2C-774B-B793-56457E344DA2}" dt="2019-07-23T04:37:22.619" v="607" actId="20577"/>
          <ac:spMkLst>
            <pc:docMk/>
            <pc:sldMk cId="2786341130" sldId="284"/>
            <ac:spMk id="15" creationId="{7BFD86DE-1DB5-44CA-909F-764A6565EE96}"/>
          </ac:spMkLst>
        </pc:spChg>
        <pc:picChg chg="add del">
          <ac:chgData name="Wang Stephen" userId="2033283f466edd32" providerId="LiveId" clId="{E5E39C6A-5D2C-774B-B793-56457E344DA2}" dt="2019-07-23T04:32:39.561" v="571" actId="478"/>
          <ac:picMkLst>
            <pc:docMk/>
            <pc:sldMk cId="2786341130" sldId="284"/>
            <ac:picMk id="7" creationId="{796417FB-059C-C64E-9783-51AF7489FFFE}"/>
          </ac:picMkLst>
        </pc:picChg>
        <pc:picChg chg="add mod">
          <ac:chgData name="Wang Stephen" userId="2033283f466edd32" providerId="LiveId" clId="{E5E39C6A-5D2C-774B-B793-56457E344DA2}" dt="2019-07-23T04:34:07.753" v="598" actId="1076"/>
          <ac:picMkLst>
            <pc:docMk/>
            <pc:sldMk cId="2786341130" sldId="284"/>
            <ac:picMk id="8" creationId="{A3CC4B30-FCBD-7C47-AF1F-3C9045FE00C2}"/>
          </ac:picMkLst>
        </pc:picChg>
      </pc:sldChg>
      <pc:sldChg chg="addSp delSp modSp add">
        <pc:chgData name="Wang Stephen" userId="2033283f466edd32" providerId="LiveId" clId="{E5E39C6A-5D2C-774B-B793-56457E344DA2}" dt="2019-07-23T04:40:26.377" v="684" actId="20577"/>
        <pc:sldMkLst>
          <pc:docMk/>
          <pc:sldMk cId="2998199399" sldId="285"/>
        </pc:sldMkLst>
        <pc:spChg chg="add del mod">
          <ac:chgData name="Wang Stephen" userId="2033283f466edd32" providerId="LiveId" clId="{E5E39C6A-5D2C-774B-B793-56457E344DA2}" dt="2019-07-23T04:38:56.494" v="634" actId="931"/>
          <ac:spMkLst>
            <pc:docMk/>
            <pc:sldMk cId="2998199399" sldId="285"/>
            <ac:spMk id="3" creationId="{CC7E5F46-0C4D-2645-9FDD-129261C93221}"/>
          </ac:spMkLst>
        </pc:spChg>
        <pc:spChg chg="del">
          <ac:chgData name="Wang Stephen" userId="2033283f466edd32" providerId="LiveId" clId="{E5E39C6A-5D2C-774B-B793-56457E344DA2}" dt="2019-07-23T04:37:44.546" v="609" actId="478"/>
          <ac:spMkLst>
            <pc:docMk/>
            <pc:sldMk cId="2998199399" sldId="285"/>
            <ac:spMk id="10" creationId="{9B8C3888-1F0F-0B4F-BDAF-E74F0C36478B}"/>
          </ac:spMkLst>
        </pc:spChg>
        <pc:spChg chg="add mod">
          <ac:chgData name="Wang Stephen" userId="2033283f466edd32" providerId="LiveId" clId="{E5E39C6A-5D2C-774B-B793-56457E344DA2}" dt="2019-07-23T04:40:18.281" v="683" actId="20577"/>
          <ac:spMkLst>
            <pc:docMk/>
            <pc:sldMk cId="2998199399" sldId="285"/>
            <ac:spMk id="11" creationId="{B4D7A2C1-AE2A-6646-B902-9A00A1E172A7}"/>
          </ac:spMkLst>
        </pc:spChg>
        <pc:spChg chg="mod">
          <ac:chgData name="Wang Stephen" userId="2033283f466edd32" providerId="LiveId" clId="{E5E39C6A-5D2C-774B-B793-56457E344DA2}" dt="2019-07-23T04:40:26.377" v="684" actId="20577"/>
          <ac:spMkLst>
            <pc:docMk/>
            <pc:sldMk cId="2998199399" sldId="285"/>
            <ac:spMk id="15" creationId="{7BFD86DE-1DB5-44CA-909F-764A6565EE96}"/>
          </ac:spMkLst>
        </pc:spChg>
        <pc:picChg chg="add mod">
          <ac:chgData name="Wang Stephen" userId="2033283f466edd32" providerId="LiveId" clId="{E5E39C6A-5D2C-774B-B793-56457E344DA2}" dt="2019-07-23T04:39:05.077" v="636" actId="1076"/>
          <ac:picMkLst>
            <pc:docMk/>
            <pc:sldMk cId="2998199399" sldId="285"/>
            <ac:picMk id="6" creationId="{57670ADF-0B0D-B74E-9F68-D1D044DC1AD4}"/>
          </ac:picMkLst>
        </pc:picChg>
        <pc:picChg chg="del">
          <ac:chgData name="Wang Stephen" userId="2033283f466edd32" providerId="LiveId" clId="{E5E39C6A-5D2C-774B-B793-56457E344DA2}" dt="2019-07-23T04:37:44.546" v="609" actId="478"/>
          <ac:picMkLst>
            <pc:docMk/>
            <pc:sldMk cId="2998199399" sldId="285"/>
            <ac:picMk id="8" creationId="{A3CC4B30-FCBD-7C47-AF1F-3C9045FE00C2}"/>
          </ac:picMkLst>
        </pc:picChg>
      </pc:sldChg>
      <pc:sldChg chg="modSp add">
        <pc:chgData name="Wang Stephen" userId="2033283f466edd32" providerId="LiveId" clId="{E5E39C6A-5D2C-774B-B793-56457E344DA2}" dt="2019-07-23T04:42:59.074" v="774" actId="20577"/>
        <pc:sldMkLst>
          <pc:docMk/>
          <pc:sldMk cId="1874364921" sldId="286"/>
        </pc:sldMkLst>
        <pc:spChg chg="mod">
          <ac:chgData name="Wang Stephen" userId="2033283f466edd32" providerId="LiveId" clId="{E5E39C6A-5D2C-774B-B793-56457E344DA2}" dt="2019-07-23T04:42:59.074" v="774" actId="20577"/>
          <ac:spMkLst>
            <pc:docMk/>
            <pc:sldMk cId="1874364921" sldId="286"/>
            <ac:spMk id="4" creationId="{69C51D9E-F792-4069-A1B7-56FDA6317FEE}"/>
          </ac:spMkLst>
        </pc:spChg>
      </pc:sldChg>
      <pc:sldChg chg="modSp">
        <pc:chgData name="Wang Stephen" userId="2033283f466edd32" providerId="LiveId" clId="{E5E39C6A-5D2C-774B-B793-56457E344DA2}" dt="2019-07-24T03:22:53.365" v="2016" actId="114"/>
        <pc:sldMkLst>
          <pc:docMk/>
          <pc:sldMk cId="767509415" sldId="287"/>
        </pc:sldMkLst>
        <pc:spChg chg="mod">
          <ac:chgData name="Wang Stephen" userId="2033283f466edd32" providerId="LiveId" clId="{E5E39C6A-5D2C-774B-B793-56457E344DA2}" dt="2019-07-24T03:22:53.365" v="2016" actId="114"/>
          <ac:spMkLst>
            <pc:docMk/>
            <pc:sldMk cId="767509415" sldId="287"/>
            <ac:spMk id="10" creationId="{59FA6127-C0A8-42CB-977A-47BCBF1AD682}"/>
          </ac:spMkLst>
        </pc:spChg>
      </pc:sldChg>
      <pc:sldChg chg="addSp delSp modSp">
        <pc:chgData name="Wang Stephen" userId="2033283f466edd32" providerId="LiveId" clId="{E5E39C6A-5D2C-774B-B793-56457E344DA2}" dt="2019-07-24T01:18:47.165" v="981" actId="1076"/>
        <pc:sldMkLst>
          <pc:docMk/>
          <pc:sldMk cId="3518228926" sldId="304"/>
        </pc:sldMkLst>
        <pc:spChg chg="mod">
          <ac:chgData name="Wang Stephen" userId="2033283f466edd32" providerId="LiveId" clId="{E5E39C6A-5D2C-774B-B793-56457E344DA2}" dt="2019-07-24T01:18:34.868" v="978" actId="1076"/>
          <ac:spMkLst>
            <pc:docMk/>
            <pc:sldMk cId="3518228926" sldId="304"/>
            <ac:spMk id="5" creationId="{A330A5DD-5BFE-493C-8240-6E46C0E92339}"/>
          </ac:spMkLst>
        </pc:spChg>
        <pc:spChg chg="mod">
          <ac:chgData name="Wang Stephen" userId="2033283f466edd32" providerId="LiveId" clId="{E5E39C6A-5D2C-774B-B793-56457E344DA2}" dt="2019-07-24T01:15:17.937" v="962" actId="20577"/>
          <ac:spMkLst>
            <pc:docMk/>
            <pc:sldMk cId="3518228926" sldId="304"/>
            <ac:spMk id="8" creationId="{C4B21C60-9080-4726-AE65-25607AEFC710}"/>
          </ac:spMkLst>
        </pc:spChg>
        <pc:spChg chg="del">
          <ac:chgData name="Wang Stephen" userId="2033283f466edd32" providerId="LiveId" clId="{E5E39C6A-5D2C-774B-B793-56457E344DA2}" dt="2019-07-24T01:16:25.230" v="963"/>
          <ac:spMkLst>
            <pc:docMk/>
            <pc:sldMk cId="3518228926" sldId="304"/>
            <ac:spMk id="9" creationId="{A0BE6B8D-32D7-4786-9465-07F82BDEC059}"/>
          </ac:spMkLst>
        </pc:spChg>
        <pc:picChg chg="add mod">
          <ac:chgData name="Wang Stephen" userId="2033283f466edd32" providerId="LiveId" clId="{E5E39C6A-5D2C-774B-B793-56457E344DA2}" dt="2019-07-24T01:18:47.165" v="981" actId="1076"/>
          <ac:picMkLst>
            <pc:docMk/>
            <pc:sldMk cId="3518228926" sldId="304"/>
            <ac:picMk id="2" creationId="{DCD023D4-EE2A-374F-A165-AB9EAFC59C2E}"/>
          </ac:picMkLst>
        </pc:picChg>
      </pc:sldChg>
      <pc:sldChg chg="addSp delSp modSp add ord">
        <pc:chgData name="Wang Stephen" userId="2033283f466edd32" providerId="LiveId" clId="{E5E39C6A-5D2C-774B-B793-56457E344DA2}" dt="2019-07-24T04:01:43.032" v="2087" actId="1076"/>
        <pc:sldMkLst>
          <pc:docMk/>
          <pc:sldMk cId="2324166636" sldId="305"/>
        </pc:sldMkLst>
        <pc:spChg chg="mod">
          <ac:chgData name="Wang Stephen" userId="2033283f466edd32" providerId="LiveId" clId="{E5E39C6A-5D2C-774B-B793-56457E344DA2}" dt="2019-07-24T04:01:43.032" v="2087" actId="1076"/>
          <ac:spMkLst>
            <pc:docMk/>
            <pc:sldMk cId="2324166636" sldId="305"/>
            <ac:spMk id="5" creationId="{A330A5DD-5BFE-493C-8240-6E46C0E92339}"/>
          </ac:spMkLst>
        </pc:spChg>
        <pc:spChg chg="del">
          <ac:chgData name="Wang Stephen" userId="2033283f466edd32" providerId="LiveId" clId="{E5E39C6A-5D2C-774B-B793-56457E344DA2}" dt="2019-07-24T01:06:38.888" v="776"/>
          <ac:spMkLst>
            <pc:docMk/>
            <pc:sldMk cId="2324166636" sldId="305"/>
            <ac:spMk id="9" creationId="{A0BE6B8D-32D7-4786-9465-07F82BDEC059}"/>
          </ac:spMkLst>
        </pc:spChg>
        <pc:picChg chg="add mod">
          <ac:chgData name="Wang Stephen" userId="2033283f466edd32" providerId="LiveId" clId="{E5E39C6A-5D2C-774B-B793-56457E344DA2}" dt="2019-07-24T01:07:10.457" v="779" actId="1076"/>
          <ac:picMkLst>
            <pc:docMk/>
            <pc:sldMk cId="2324166636" sldId="305"/>
            <ac:picMk id="2" creationId="{D02536AD-3A0E-AF4A-8E34-FB4636E8168F}"/>
          </ac:picMkLst>
        </pc:picChg>
      </pc:sldChg>
      <pc:sldChg chg="add del">
        <pc:chgData name="Wang Stephen" userId="2033283f466edd32" providerId="LiveId" clId="{E5E39C6A-5D2C-774B-B793-56457E344DA2}" dt="2019-07-24T01:13:48.996" v="900"/>
        <pc:sldMkLst>
          <pc:docMk/>
          <pc:sldMk cId="3450771647" sldId="306"/>
        </pc:sldMkLst>
      </pc:sldChg>
      <pc:sldChg chg="modSp add">
        <pc:chgData name="Wang Stephen" userId="2033283f466edd32" providerId="LiveId" clId="{E5E39C6A-5D2C-774B-B793-56457E344DA2}" dt="2019-07-24T01:14:50.717" v="946" actId="20577"/>
        <pc:sldMkLst>
          <pc:docMk/>
          <pc:sldMk cId="4077397376" sldId="306"/>
        </pc:sldMkLst>
        <pc:spChg chg="mod">
          <ac:chgData name="Wang Stephen" userId="2033283f466edd32" providerId="LiveId" clId="{E5E39C6A-5D2C-774B-B793-56457E344DA2}" dt="2019-07-24T01:14:50.717" v="946" actId="20577"/>
          <ac:spMkLst>
            <pc:docMk/>
            <pc:sldMk cId="4077397376" sldId="306"/>
            <ac:spMk id="4" creationId="{69C51D9E-F792-4069-A1B7-56FDA6317FEE}"/>
          </ac:spMkLst>
        </pc:spChg>
      </pc:sldChg>
      <pc:sldChg chg="addSp delSp modSp add">
        <pc:chgData name="Wang Stephen" userId="2033283f466edd32" providerId="LiveId" clId="{E5E39C6A-5D2C-774B-B793-56457E344DA2}" dt="2019-07-24T01:35:44.831" v="1121" actId="20577"/>
        <pc:sldMkLst>
          <pc:docMk/>
          <pc:sldMk cId="1665721237" sldId="307"/>
        </pc:sldMkLst>
        <pc:spChg chg="del">
          <ac:chgData name="Wang Stephen" userId="2033283f466edd32" providerId="LiveId" clId="{E5E39C6A-5D2C-774B-B793-56457E344DA2}" dt="2019-07-24T01:20:18.669" v="1008"/>
          <ac:spMkLst>
            <pc:docMk/>
            <pc:sldMk cId="1665721237" sldId="307"/>
            <ac:spMk id="5" creationId="{A330A5DD-5BFE-493C-8240-6E46C0E92339}"/>
          </ac:spMkLst>
        </pc:spChg>
        <pc:spChg chg="add del">
          <ac:chgData name="Wang Stephen" userId="2033283f466edd32" providerId="LiveId" clId="{E5E39C6A-5D2C-774B-B793-56457E344DA2}" dt="2019-07-24T01:32:31.533" v="1084"/>
          <ac:spMkLst>
            <pc:docMk/>
            <pc:sldMk cId="1665721237" sldId="307"/>
            <ac:spMk id="6" creationId="{A0BAEDFB-F7AF-5A43-A117-250D42472CA6}"/>
          </ac:spMkLst>
        </pc:spChg>
        <pc:spChg chg="mod">
          <ac:chgData name="Wang Stephen" userId="2033283f466edd32" providerId="LiveId" clId="{E5E39C6A-5D2C-774B-B793-56457E344DA2}" dt="2019-07-24T01:35:44.831" v="1121" actId="20577"/>
          <ac:spMkLst>
            <pc:docMk/>
            <pc:sldMk cId="1665721237" sldId="307"/>
            <ac:spMk id="8" creationId="{C4B21C60-9080-4726-AE65-25607AEFC710}"/>
          </ac:spMkLst>
        </pc:spChg>
        <pc:spChg chg="del">
          <ac:chgData name="Wang Stephen" userId="2033283f466edd32" providerId="LiveId" clId="{E5E39C6A-5D2C-774B-B793-56457E344DA2}" dt="2019-07-24T01:20:42.079" v="1010"/>
          <ac:spMkLst>
            <pc:docMk/>
            <pc:sldMk cId="1665721237" sldId="307"/>
            <ac:spMk id="9" creationId="{A0BE6B8D-32D7-4786-9465-07F82BDEC059}"/>
          </ac:spMkLst>
        </pc:spChg>
        <pc:spChg chg="add del mod">
          <ac:chgData name="Wang Stephen" userId="2033283f466edd32" providerId="LiveId" clId="{E5E39C6A-5D2C-774B-B793-56457E344DA2}" dt="2019-07-24T01:27:07.766" v="1048" actId="478"/>
          <ac:spMkLst>
            <pc:docMk/>
            <pc:sldMk cId="1665721237" sldId="307"/>
            <ac:spMk id="10" creationId="{2DEED987-547E-DD42-969F-20F3A9BA2B6B}"/>
          </ac:spMkLst>
        </pc:spChg>
        <pc:spChg chg="add del mod">
          <ac:chgData name="Wang Stephen" userId="2033283f466edd32" providerId="LiveId" clId="{E5E39C6A-5D2C-774B-B793-56457E344DA2}" dt="2019-07-24T01:25:59.593" v="1037" actId="478"/>
          <ac:spMkLst>
            <pc:docMk/>
            <pc:sldMk cId="1665721237" sldId="307"/>
            <ac:spMk id="11" creationId="{B8D019FD-8868-4D48-B9E6-D93E954E4A04}"/>
          </ac:spMkLst>
        </pc:spChg>
        <pc:spChg chg="add del mod">
          <ac:chgData name="Wang Stephen" userId="2033283f466edd32" providerId="LiveId" clId="{E5E39C6A-5D2C-774B-B793-56457E344DA2}" dt="2019-07-24T01:30:11.613" v="1082" actId="14100"/>
          <ac:spMkLst>
            <pc:docMk/>
            <pc:sldMk cId="1665721237" sldId="307"/>
            <ac:spMk id="12" creationId="{153F5948-E6B1-984C-9060-C6021546FD48}"/>
          </ac:spMkLst>
        </pc:spChg>
        <pc:spChg chg="add del mod">
          <ac:chgData name="Wang Stephen" userId="2033283f466edd32" providerId="LiveId" clId="{E5E39C6A-5D2C-774B-B793-56457E344DA2}" dt="2019-07-24T01:33:02.398" v="1099" actId="478"/>
          <ac:spMkLst>
            <pc:docMk/>
            <pc:sldMk cId="1665721237" sldId="307"/>
            <ac:spMk id="13" creationId="{3FFCE2D0-CEB6-4843-9ED7-607FF2E0F4A0}"/>
          </ac:spMkLst>
        </pc:spChg>
        <pc:spChg chg="add del mod">
          <ac:chgData name="Wang Stephen" userId="2033283f466edd32" providerId="LiveId" clId="{E5E39C6A-5D2C-774B-B793-56457E344DA2}" dt="2019-07-24T01:33:07.237" v="1101" actId="478"/>
          <ac:spMkLst>
            <pc:docMk/>
            <pc:sldMk cId="1665721237" sldId="307"/>
            <ac:spMk id="14" creationId="{8A23DFA1-252D-AC49-945D-7689DFD3C737}"/>
          </ac:spMkLst>
        </pc:spChg>
        <pc:spChg chg="add del mod">
          <ac:chgData name="Wang Stephen" userId="2033283f466edd32" providerId="LiveId" clId="{E5E39C6A-5D2C-774B-B793-56457E344DA2}" dt="2019-07-24T01:33:10.500" v="1103"/>
          <ac:spMkLst>
            <pc:docMk/>
            <pc:sldMk cId="1665721237" sldId="307"/>
            <ac:spMk id="16" creationId="{5008443D-937C-5E48-945D-EFF6EE09EDD0}"/>
          </ac:spMkLst>
        </pc:spChg>
        <pc:picChg chg="add del mod">
          <ac:chgData name="Wang Stephen" userId="2033283f466edd32" providerId="LiveId" clId="{E5E39C6A-5D2C-774B-B793-56457E344DA2}" dt="2019-07-24T01:33:04.001" v="1100"/>
          <ac:picMkLst>
            <pc:docMk/>
            <pc:sldMk cId="1665721237" sldId="307"/>
            <ac:picMk id="2" creationId="{64213170-3EE1-4F43-8B7B-6B7BC6FCDFF6}"/>
          </ac:picMkLst>
        </pc:picChg>
        <pc:picChg chg="add del mod">
          <ac:chgData name="Wang Stephen" userId="2033283f466edd32" providerId="LiveId" clId="{E5E39C6A-5D2C-774B-B793-56457E344DA2}" dt="2019-07-24T01:33:08.886" v="1102" actId="478"/>
          <ac:picMkLst>
            <pc:docMk/>
            <pc:sldMk cId="1665721237" sldId="307"/>
            <ac:picMk id="4" creationId="{05DC875B-9F54-0948-9A39-D0F47C68D8AF}"/>
          </ac:picMkLst>
        </pc:picChg>
        <pc:picChg chg="add mod">
          <ac:chgData name="Wang Stephen" userId="2033283f466edd32" providerId="LiveId" clId="{E5E39C6A-5D2C-774B-B793-56457E344DA2}" dt="2019-07-24T01:33:28.872" v="1109" actId="1037"/>
          <ac:picMkLst>
            <pc:docMk/>
            <pc:sldMk cId="1665721237" sldId="307"/>
            <ac:picMk id="17" creationId="{DDF2BE48-9025-1641-B285-F51DA77870DA}"/>
          </ac:picMkLst>
        </pc:picChg>
      </pc:sldChg>
      <pc:sldChg chg="add del">
        <pc:chgData name="Wang Stephen" userId="2033283f466edd32" providerId="LiveId" clId="{E5E39C6A-5D2C-774B-B793-56457E344DA2}" dt="2019-07-24T01:15:05.623" v="948"/>
        <pc:sldMkLst>
          <pc:docMk/>
          <pc:sldMk cId="3591650127" sldId="307"/>
        </pc:sldMkLst>
      </pc:sldChg>
      <pc:sldChg chg="addSp delSp modSp add del ord">
        <pc:chgData name="Wang Stephen" userId="2033283f466edd32" providerId="LiveId" clId="{E5E39C6A-5D2C-774B-B793-56457E344DA2}" dt="2019-07-24T03:16:37.379" v="1996" actId="2696"/>
        <pc:sldMkLst>
          <pc:docMk/>
          <pc:sldMk cId="690262418" sldId="308"/>
        </pc:sldMkLst>
        <pc:spChg chg="del">
          <ac:chgData name="Wang Stephen" userId="2033283f466edd32" providerId="LiveId" clId="{E5E39C6A-5D2C-774B-B793-56457E344DA2}" dt="2019-07-24T02:21:34.515" v="1406" actId="478"/>
          <ac:spMkLst>
            <pc:docMk/>
            <pc:sldMk cId="690262418" sldId="308"/>
            <ac:spMk id="5" creationId="{A330A5DD-5BFE-493C-8240-6E46C0E92339}"/>
          </ac:spMkLst>
        </pc:spChg>
        <pc:spChg chg="mod">
          <ac:chgData name="Wang Stephen" userId="2033283f466edd32" providerId="LiveId" clId="{E5E39C6A-5D2C-774B-B793-56457E344DA2}" dt="2019-07-24T03:08:13.702" v="1789" actId="20577"/>
          <ac:spMkLst>
            <pc:docMk/>
            <pc:sldMk cId="690262418" sldId="308"/>
            <ac:spMk id="8" creationId="{C4B21C60-9080-4726-AE65-25607AEFC710}"/>
          </ac:spMkLst>
        </pc:spChg>
        <pc:spChg chg="del">
          <ac:chgData name="Wang Stephen" userId="2033283f466edd32" providerId="LiveId" clId="{E5E39C6A-5D2C-774B-B793-56457E344DA2}" dt="2019-07-24T02:21:36.881" v="1407" actId="478"/>
          <ac:spMkLst>
            <pc:docMk/>
            <pc:sldMk cId="690262418" sldId="308"/>
            <ac:spMk id="9" creationId="{A0BE6B8D-32D7-4786-9465-07F82BDEC059}"/>
          </ac:spMkLst>
        </pc:spChg>
        <pc:spChg chg="add mod">
          <ac:chgData name="Wang Stephen" userId="2033283f466edd32" providerId="LiveId" clId="{E5E39C6A-5D2C-774B-B793-56457E344DA2}" dt="2019-07-24T02:26:05.621" v="1508" actId="1076"/>
          <ac:spMkLst>
            <pc:docMk/>
            <pc:sldMk cId="690262418" sldId="308"/>
            <ac:spMk id="10" creationId="{3F5FAB9E-1AF8-0440-BCB2-8C3944C0D6C5}"/>
          </ac:spMkLst>
        </pc:spChg>
        <pc:spChg chg="add mod">
          <ac:chgData name="Wang Stephen" userId="2033283f466edd32" providerId="LiveId" clId="{E5E39C6A-5D2C-774B-B793-56457E344DA2}" dt="2019-07-24T02:26:05.621" v="1508" actId="1076"/>
          <ac:spMkLst>
            <pc:docMk/>
            <pc:sldMk cId="690262418" sldId="308"/>
            <ac:spMk id="11" creationId="{5518A913-F777-A949-8E38-08B95C59D1F7}"/>
          </ac:spMkLst>
        </pc:spChg>
        <pc:spChg chg="add mod">
          <ac:chgData name="Wang Stephen" userId="2033283f466edd32" providerId="LiveId" clId="{E5E39C6A-5D2C-774B-B793-56457E344DA2}" dt="2019-07-24T02:26:05.621" v="1508" actId="1076"/>
          <ac:spMkLst>
            <pc:docMk/>
            <pc:sldMk cId="690262418" sldId="308"/>
            <ac:spMk id="12" creationId="{42BBEF1E-A867-CB4D-951C-F371AF5E2D95}"/>
          </ac:spMkLst>
        </pc:spChg>
        <pc:spChg chg="add mod">
          <ac:chgData name="Wang Stephen" userId="2033283f466edd32" providerId="LiveId" clId="{E5E39C6A-5D2C-774B-B793-56457E344DA2}" dt="2019-07-24T02:26:05.621" v="1508" actId="1076"/>
          <ac:spMkLst>
            <pc:docMk/>
            <pc:sldMk cId="690262418" sldId="308"/>
            <ac:spMk id="13" creationId="{55DEFD43-06C4-2646-9EE3-166775A8393B}"/>
          </ac:spMkLst>
        </pc:spChg>
        <pc:spChg chg="add mod">
          <ac:chgData name="Wang Stephen" userId="2033283f466edd32" providerId="LiveId" clId="{E5E39C6A-5D2C-774B-B793-56457E344DA2}" dt="2019-07-24T02:26:05.621" v="1508" actId="1076"/>
          <ac:spMkLst>
            <pc:docMk/>
            <pc:sldMk cId="690262418" sldId="308"/>
            <ac:spMk id="14" creationId="{4C4E278F-5F7E-8144-86DD-07D4FFD90C1C}"/>
          </ac:spMkLst>
        </pc:spChg>
        <pc:picChg chg="add mod">
          <ac:chgData name="Wang Stephen" userId="2033283f466edd32" providerId="LiveId" clId="{E5E39C6A-5D2C-774B-B793-56457E344DA2}" dt="2019-07-24T02:26:05.621" v="1508" actId="1076"/>
          <ac:picMkLst>
            <pc:docMk/>
            <pc:sldMk cId="690262418" sldId="308"/>
            <ac:picMk id="6" creationId="{4A76ABD5-60C1-A243-AD36-50DAACA21A74}"/>
          </ac:picMkLst>
        </pc:picChg>
        <pc:picChg chg="add mod">
          <ac:chgData name="Wang Stephen" userId="2033283f466edd32" providerId="LiveId" clId="{E5E39C6A-5D2C-774B-B793-56457E344DA2}" dt="2019-07-24T02:26:05.621" v="1508" actId="1076"/>
          <ac:picMkLst>
            <pc:docMk/>
            <pc:sldMk cId="690262418" sldId="308"/>
            <ac:picMk id="7" creationId="{4463AC62-B6E7-C24D-AE2E-47311863C077}"/>
          </ac:picMkLst>
        </pc:picChg>
      </pc:sldChg>
      <pc:sldChg chg="add">
        <pc:chgData name="Wang Stephen" userId="2033283f466edd32" providerId="LiveId" clId="{E5E39C6A-5D2C-774B-B793-56457E344DA2}" dt="2019-07-24T03:16:44.294" v="2001"/>
        <pc:sldMkLst>
          <pc:docMk/>
          <pc:sldMk cId="2591200897" sldId="308"/>
        </pc:sldMkLst>
      </pc:sldChg>
      <pc:sldChg chg="addSp delSp modSp add ord">
        <pc:chgData name="Wang Stephen" userId="2033283f466edd32" providerId="LiveId" clId="{E5E39C6A-5D2C-774B-B793-56457E344DA2}" dt="2019-07-24T03:23:32.426" v="2018"/>
        <pc:sldMkLst>
          <pc:docMk/>
          <pc:sldMk cId="4218159490" sldId="309"/>
        </pc:sldMkLst>
        <pc:spChg chg="mod">
          <ac:chgData name="Wang Stephen" userId="2033283f466edd32" providerId="LiveId" clId="{E5E39C6A-5D2C-774B-B793-56457E344DA2}" dt="2019-07-24T02:04:19.623" v="1275" actId="14100"/>
          <ac:spMkLst>
            <pc:docMk/>
            <pc:sldMk cId="4218159490" sldId="309"/>
            <ac:spMk id="5" creationId="{A330A5DD-5BFE-493C-8240-6E46C0E92339}"/>
          </ac:spMkLst>
        </pc:spChg>
        <pc:spChg chg="mod">
          <ac:chgData name="Wang Stephen" userId="2033283f466edd32" providerId="LiveId" clId="{E5E39C6A-5D2C-774B-B793-56457E344DA2}" dt="2019-07-24T01:36:07.027" v="1157" actId="20577"/>
          <ac:spMkLst>
            <pc:docMk/>
            <pc:sldMk cId="4218159490" sldId="309"/>
            <ac:spMk id="8" creationId="{C4B21C60-9080-4726-AE65-25607AEFC710}"/>
          </ac:spMkLst>
        </pc:spChg>
        <pc:spChg chg="del">
          <ac:chgData name="Wang Stephen" userId="2033283f466edd32" providerId="LiveId" clId="{E5E39C6A-5D2C-774B-B793-56457E344DA2}" dt="2019-07-24T01:37:48.586" v="1160"/>
          <ac:spMkLst>
            <pc:docMk/>
            <pc:sldMk cId="4218159490" sldId="309"/>
            <ac:spMk id="9" creationId="{A0BE6B8D-32D7-4786-9465-07F82BDEC059}"/>
          </ac:spMkLst>
        </pc:spChg>
        <pc:picChg chg="add mod">
          <ac:chgData name="Wang Stephen" userId="2033283f466edd32" providerId="LiveId" clId="{E5E39C6A-5D2C-774B-B793-56457E344DA2}" dt="2019-07-24T02:04:31.351" v="1277" actId="1076"/>
          <ac:picMkLst>
            <pc:docMk/>
            <pc:sldMk cId="4218159490" sldId="309"/>
            <ac:picMk id="2" creationId="{18424062-5DD5-6648-AB47-2180A45B9D5C}"/>
          </ac:picMkLst>
        </pc:picChg>
      </pc:sldChg>
      <pc:sldChg chg="addSp delSp modSp add">
        <pc:chgData name="Wang Stephen" userId="2033283f466edd32" providerId="LiveId" clId="{E5E39C6A-5D2C-774B-B793-56457E344DA2}" dt="2019-07-24T02:11:48.439" v="1331" actId="1076"/>
        <pc:sldMkLst>
          <pc:docMk/>
          <pc:sldMk cId="533785185" sldId="310"/>
        </pc:sldMkLst>
        <pc:spChg chg="mod">
          <ac:chgData name="Wang Stephen" userId="2033283f466edd32" providerId="LiveId" clId="{E5E39C6A-5D2C-774B-B793-56457E344DA2}" dt="2019-07-24T02:11:23.983" v="1326" actId="1076"/>
          <ac:spMkLst>
            <pc:docMk/>
            <pc:sldMk cId="533785185" sldId="310"/>
            <ac:spMk id="5" creationId="{A330A5DD-5BFE-493C-8240-6E46C0E92339}"/>
          </ac:spMkLst>
        </pc:spChg>
        <pc:spChg chg="add del mod">
          <ac:chgData name="Wang Stephen" userId="2033283f466edd32" providerId="LiveId" clId="{E5E39C6A-5D2C-774B-B793-56457E344DA2}" dt="2019-07-24T02:09:44.501" v="1300"/>
          <ac:spMkLst>
            <pc:docMk/>
            <pc:sldMk cId="533785185" sldId="310"/>
            <ac:spMk id="6" creationId="{559CF249-0CF8-9A49-8595-D34F03159C93}"/>
          </ac:spMkLst>
        </pc:spChg>
        <pc:spChg chg="mod">
          <ac:chgData name="Wang Stephen" userId="2033283f466edd32" providerId="LiveId" clId="{E5E39C6A-5D2C-774B-B793-56457E344DA2}" dt="2019-07-24T01:52:19.342" v="1257" actId="20577"/>
          <ac:spMkLst>
            <pc:docMk/>
            <pc:sldMk cId="533785185" sldId="310"/>
            <ac:spMk id="8" creationId="{C4B21C60-9080-4726-AE65-25607AEFC710}"/>
          </ac:spMkLst>
        </pc:spChg>
        <pc:spChg chg="del mod">
          <ac:chgData name="Wang Stephen" userId="2033283f466edd32" providerId="LiveId" clId="{E5E39C6A-5D2C-774B-B793-56457E344DA2}" dt="2019-07-24T01:54:37.042" v="1274" actId="478"/>
          <ac:spMkLst>
            <pc:docMk/>
            <pc:sldMk cId="533785185" sldId="310"/>
            <ac:spMk id="9" creationId="{A0BE6B8D-32D7-4786-9465-07F82BDEC059}"/>
          </ac:spMkLst>
        </pc:spChg>
        <pc:picChg chg="add del mod">
          <ac:chgData name="Wang Stephen" userId="2033283f466edd32" providerId="LiveId" clId="{E5E39C6A-5D2C-774B-B793-56457E344DA2}" dt="2019-07-24T01:54:37.042" v="1274" actId="478"/>
          <ac:picMkLst>
            <pc:docMk/>
            <pc:sldMk cId="533785185" sldId="310"/>
            <ac:picMk id="2" creationId="{45117A23-4965-634A-B649-4F975B58F31F}"/>
          </ac:picMkLst>
        </pc:picChg>
        <pc:picChg chg="add mod">
          <ac:chgData name="Wang Stephen" userId="2033283f466edd32" providerId="LiveId" clId="{E5E39C6A-5D2C-774B-B793-56457E344DA2}" dt="2019-07-24T02:11:48.439" v="1331" actId="1076"/>
          <ac:picMkLst>
            <pc:docMk/>
            <pc:sldMk cId="533785185" sldId="310"/>
            <ac:picMk id="7" creationId="{49A839D4-32B7-A94A-8D39-2EE8A31E48A2}"/>
          </ac:picMkLst>
        </pc:picChg>
        <pc:picChg chg="add del">
          <ac:chgData name="Wang Stephen" userId="2033283f466edd32" providerId="LiveId" clId="{E5E39C6A-5D2C-774B-B793-56457E344DA2}" dt="2019-07-24T02:08:39.717" v="1299"/>
          <ac:picMkLst>
            <pc:docMk/>
            <pc:sldMk cId="533785185" sldId="310"/>
            <ac:picMk id="10" creationId="{05E42E11-1D1F-164E-B38C-715F87460506}"/>
          </ac:picMkLst>
        </pc:picChg>
      </pc:sldChg>
      <pc:sldChg chg="addSp delSp modSp add">
        <pc:chgData name="Wang Stephen" userId="2033283f466edd32" providerId="LiveId" clId="{E5E39C6A-5D2C-774B-B793-56457E344DA2}" dt="2019-07-24T01:54:03.916" v="1273" actId="1076"/>
        <pc:sldMkLst>
          <pc:docMk/>
          <pc:sldMk cId="3954858917" sldId="311"/>
        </pc:sldMkLst>
        <pc:spChg chg="mod">
          <ac:chgData name="Wang Stephen" userId="2033283f466edd32" providerId="LiveId" clId="{E5E39C6A-5D2C-774B-B793-56457E344DA2}" dt="2019-07-24T01:53:59.696" v="1272" actId="14100"/>
          <ac:spMkLst>
            <pc:docMk/>
            <pc:sldMk cId="3954858917" sldId="311"/>
            <ac:spMk id="5" creationId="{A330A5DD-5BFE-493C-8240-6E46C0E92339}"/>
          </ac:spMkLst>
        </pc:spChg>
        <pc:spChg chg="mod">
          <ac:chgData name="Wang Stephen" userId="2033283f466edd32" providerId="LiveId" clId="{E5E39C6A-5D2C-774B-B793-56457E344DA2}" dt="2019-07-24T01:52:39.507" v="1259"/>
          <ac:spMkLst>
            <pc:docMk/>
            <pc:sldMk cId="3954858917" sldId="311"/>
            <ac:spMk id="8" creationId="{C4B21C60-9080-4726-AE65-25607AEFC710}"/>
          </ac:spMkLst>
        </pc:spChg>
        <pc:spChg chg="del">
          <ac:chgData name="Wang Stephen" userId="2033283f466edd32" providerId="LiveId" clId="{E5E39C6A-5D2C-774B-B793-56457E344DA2}" dt="2019-07-24T01:52:44.603" v="1260"/>
          <ac:spMkLst>
            <pc:docMk/>
            <pc:sldMk cId="3954858917" sldId="311"/>
            <ac:spMk id="9" creationId="{A0BE6B8D-32D7-4786-9465-07F82BDEC059}"/>
          </ac:spMkLst>
        </pc:spChg>
        <pc:picChg chg="add mod">
          <ac:chgData name="Wang Stephen" userId="2033283f466edd32" providerId="LiveId" clId="{E5E39C6A-5D2C-774B-B793-56457E344DA2}" dt="2019-07-24T01:54:03.916" v="1273" actId="1076"/>
          <ac:picMkLst>
            <pc:docMk/>
            <pc:sldMk cId="3954858917" sldId="311"/>
            <ac:picMk id="6" creationId="{E2165118-EF3B-C647-B5C1-A3E8473885E2}"/>
          </ac:picMkLst>
        </pc:picChg>
      </pc:sldChg>
      <pc:sldChg chg="addSp delSp modSp add del ord">
        <pc:chgData name="Wang Stephen" userId="2033283f466edd32" providerId="LiveId" clId="{E5E39C6A-5D2C-774B-B793-56457E344DA2}" dt="2019-07-24T02:20:57.066" v="1365" actId="2696"/>
        <pc:sldMkLst>
          <pc:docMk/>
          <pc:sldMk cId="84416099" sldId="312"/>
        </pc:sldMkLst>
        <pc:spChg chg="add del">
          <ac:chgData name="Wang Stephen" userId="2033283f466edd32" providerId="LiveId" clId="{E5E39C6A-5D2C-774B-B793-56457E344DA2}" dt="2019-07-24T02:14:54.615" v="1339" actId="478"/>
          <ac:spMkLst>
            <pc:docMk/>
            <pc:sldMk cId="84416099" sldId="312"/>
            <ac:spMk id="5" creationId="{A330A5DD-5BFE-493C-8240-6E46C0E92339}"/>
          </ac:spMkLst>
        </pc:spChg>
        <pc:spChg chg="add del mod">
          <ac:chgData name="Wang Stephen" userId="2033283f466edd32" providerId="LiveId" clId="{E5E39C6A-5D2C-774B-B793-56457E344DA2}" dt="2019-07-24T02:14:53.608" v="1338"/>
          <ac:spMkLst>
            <pc:docMk/>
            <pc:sldMk cId="84416099" sldId="312"/>
            <ac:spMk id="6" creationId="{FF395141-B57F-A948-8576-3BB4A03CB95F}"/>
          </ac:spMkLst>
        </pc:spChg>
        <pc:spChg chg="add del mod">
          <ac:chgData name="Wang Stephen" userId="2033283f466edd32" providerId="LiveId" clId="{E5E39C6A-5D2C-774B-B793-56457E344DA2}" dt="2019-07-24T02:14:53.608" v="1338"/>
          <ac:spMkLst>
            <pc:docMk/>
            <pc:sldMk cId="84416099" sldId="312"/>
            <ac:spMk id="7" creationId="{D2FC9E4E-9CB5-BC48-A48E-1216CD115B24}"/>
          </ac:spMkLst>
        </pc:spChg>
        <pc:spChg chg="add del">
          <ac:chgData name="Wang Stephen" userId="2033283f466edd32" providerId="LiveId" clId="{E5E39C6A-5D2C-774B-B793-56457E344DA2}" dt="2019-07-24T02:15:27.244" v="1349" actId="478"/>
          <ac:spMkLst>
            <pc:docMk/>
            <pc:sldMk cId="84416099" sldId="312"/>
            <ac:spMk id="9" creationId="{A0BE6B8D-32D7-4786-9465-07F82BDEC059}"/>
          </ac:spMkLst>
        </pc:spChg>
        <pc:spChg chg="add del mod">
          <ac:chgData name="Wang Stephen" userId="2033283f466edd32" providerId="LiveId" clId="{E5E39C6A-5D2C-774B-B793-56457E344DA2}" dt="2019-07-24T02:14:53.608" v="1338"/>
          <ac:spMkLst>
            <pc:docMk/>
            <pc:sldMk cId="84416099" sldId="312"/>
            <ac:spMk id="10" creationId="{177A2233-6FC1-1E4C-9C69-2569EA248C2D}"/>
          </ac:spMkLst>
        </pc:spChg>
        <pc:spChg chg="add del mod">
          <ac:chgData name="Wang Stephen" userId="2033283f466edd32" providerId="LiveId" clId="{E5E39C6A-5D2C-774B-B793-56457E344DA2}" dt="2019-07-24T02:14:53.608" v="1338"/>
          <ac:spMkLst>
            <pc:docMk/>
            <pc:sldMk cId="84416099" sldId="312"/>
            <ac:spMk id="11" creationId="{D893DC8E-7D96-724A-9C2F-13F6DAB49038}"/>
          </ac:spMkLst>
        </pc:spChg>
        <pc:spChg chg="add mod">
          <ac:chgData name="Wang Stephen" userId="2033283f466edd32" providerId="LiveId" clId="{E5E39C6A-5D2C-774B-B793-56457E344DA2}" dt="2019-07-24T02:16:36.513" v="1364" actId="1076"/>
          <ac:spMkLst>
            <pc:docMk/>
            <pc:sldMk cId="84416099" sldId="312"/>
            <ac:spMk id="12" creationId="{0E59AFC9-ED7D-A946-81C8-F3B767DE536A}"/>
          </ac:spMkLst>
        </pc:spChg>
        <pc:spChg chg="add mod">
          <ac:chgData name="Wang Stephen" userId="2033283f466edd32" providerId="LiveId" clId="{E5E39C6A-5D2C-774B-B793-56457E344DA2}" dt="2019-07-24T02:16:36.513" v="1364" actId="1076"/>
          <ac:spMkLst>
            <pc:docMk/>
            <pc:sldMk cId="84416099" sldId="312"/>
            <ac:spMk id="13" creationId="{E8905D8F-7FE1-BF46-862E-4551C1F8E53C}"/>
          </ac:spMkLst>
        </pc:spChg>
        <pc:spChg chg="add mod">
          <ac:chgData name="Wang Stephen" userId="2033283f466edd32" providerId="LiveId" clId="{E5E39C6A-5D2C-774B-B793-56457E344DA2}" dt="2019-07-24T02:16:36.513" v="1364" actId="1076"/>
          <ac:spMkLst>
            <pc:docMk/>
            <pc:sldMk cId="84416099" sldId="312"/>
            <ac:spMk id="14" creationId="{6C37A978-FF75-394E-8EFA-BFC424D68524}"/>
          </ac:spMkLst>
        </pc:spChg>
        <pc:spChg chg="add mod">
          <ac:chgData name="Wang Stephen" userId="2033283f466edd32" providerId="LiveId" clId="{E5E39C6A-5D2C-774B-B793-56457E344DA2}" dt="2019-07-24T02:16:36.513" v="1364" actId="1076"/>
          <ac:spMkLst>
            <pc:docMk/>
            <pc:sldMk cId="84416099" sldId="312"/>
            <ac:spMk id="15" creationId="{55736B0A-6ECD-0C48-9657-3E40AB994493}"/>
          </ac:spMkLst>
        </pc:spChg>
      </pc:sldChg>
      <pc:sldChg chg="addSp delSp modSp add ord">
        <pc:chgData name="Wang Stephen" userId="2033283f466edd32" providerId="LiveId" clId="{E5E39C6A-5D2C-774B-B793-56457E344DA2}" dt="2019-07-24T03:27:03.857" v="2072" actId="20577"/>
        <pc:sldMkLst>
          <pc:docMk/>
          <pc:sldMk cId="2842290374" sldId="312"/>
        </pc:sldMkLst>
        <pc:spChg chg="add del">
          <ac:chgData name="Wang Stephen" userId="2033283f466edd32" providerId="LiveId" clId="{E5E39C6A-5D2C-774B-B793-56457E344DA2}" dt="2019-07-24T03:04:57.756" v="1696"/>
          <ac:spMkLst>
            <pc:docMk/>
            <pc:sldMk cId="2842290374" sldId="312"/>
            <ac:spMk id="2" creationId="{1CB86954-804E-7A4B-A54F-B25BA667D6F0}"/>
          </ac:spMkLst>
        </pc:spChg>
        <pc:spChg chg="add mod">
          <ac:chgData name="Wang Stephen" userId="2033283f466edd32" providerId="LiveId" clId="{E5E39C6A-5D2C-774B-B793-56457E344DA2}" dt="2019-07-24T03:13:13.186" v="1934" actId="1076"/>
          <ac:spMkLst>
            <pc:docMk/>
            <pc:sldMk cId="2842290374" sldId="312"/>
            <ac:spMk id="4" creationId="{DDBE1609-01B2-3F45-B43B-E5C623E886C1}"/>
          </ac:spMkLst>
        </pc:spChg>
        <pc:spChg chg="del">
          <ac:chgData name="Wang Stephen" userId="2033283f466edd32" providerId="LiveId" clId="{E5E39C6A-5D2C-774B-B793-56457E344DA2}" dt="2019-07-24T03:04:20.178" v="1681" actId="478"/>
          <ac:spMkLst>
            <pc:docMk/>
            <pc:sldMk cId="2842290374" sldId="312"/>
            <ac:spMk id="5" creationId="{A330A5DD-5BFE-493C-8240-6E46C0E92339}"/>
          </ac:spMkLst>
        </pc:spChg>
        <pc:spChg chg="add del">
          <ac:chgData name="Wang Stephen" userId="2033283f466edd32" providerId="LiveId" clId="{E5E39C6A-5D2C-774B-B793-56457E344DA2}" dt="2019-07-24T03:04:05.409" v="1678"/>
          <ac:spMkLst>
            <pc:docMk/>
            <pc:sldMk cId="2842290374" sldId="312"/>
            <ac:spMk id="6" creationId="{C6F06827-CE1E-B34B-97B2-A6956E6B84C4}"/>
          </ac:spMkLst>
        </pc:spChg>
        <pc:spChg chg="add del mod">
          <ac:chgData name="Wang Stephen" userId="2033283f466edd32" providerId="LiveId" clId="{E5E39C6A-5D2C-774B-B793-56457E344DA2}" dt="2019-07-24T03:04:54.392" v="1694" actId="478"/>
          <ac:spMkLst>
            <pc:docMk/>
            <pc:sldMk cId="2842290374" sldId="312"/>
            <ac:spMk id="7" creationId="{CE49847C-7181-8241-872A-86D6BCA904DC}"/>
          </ac:spMkLst>
        </pc:spChg>
        <pc:spChg chg="mod">
          <ac:chgData name="Wang Stephen" userId="2033283f466edd32" providerId="LiveId" clId="{E5E39C6A-5D2C-774B-B793-56457E344DA2}" dt="2019-07-24T03:27:03.857" v="2072" actId="20577"/>
          <ac:spMkLst>
            <pc:docMk/>
            <pc:sldMk cId="2842290374" sldId="312"/>
            <ac:spMk id="8" creationId="{C4B21C60-9080-4726-AE65-25607AEFC710}"/>
          </ac:spMkLst>
        </pc:spChg>
        <pc:spChg chg="add del">
          <ac:chgData name="Wang Stephen" userId="2033283f466edd32" providerId="LiveId" clId="{E5E39C6A-5D2C-774B-B793-56457E344DA2}" dt="2019-07-24T03:04:08.239" v="1679" actId="478"/>
          <ac:spMkLst>
            <pc:docMk/>
            <pc:sldMk cId="2842290374" sldId="312"/>
            <ac:spMk id="9" creationId="{A0BE6B8D-32D7-4786-9465-07F82BDEC059}"/>
          </ac:spMkLst>
        </pc:spChg>
        <pc:spChg chg="add mod">
          <ac:chgData name="Wang Stephen" userId="2033283f466edd32" providerId="LiveId" clId="{E5E39C6A-5D2C-774B-B793-56457E344DA2}" dt="2019-07-24T03:25:37.885" v="2025" actId="20577"/>
          <ac:spMkLst>
            <pc:docMk/>
            <pc:sldMk cId="2842290374" sldId="312"/>
            <ac:spMk id="10" creationId="{4F267BF2-7255-AD4C-963D-6B6AF25DC40F}"/>
          </ac:spMkLst>
        </pc:spChg>
      </pc:sldChg>
      <pc:sldChg chg="addSp delSp modSp add del">
        <pc:chgData name="Wang Stephen" userId="2033283f466edd32" providerId="LiveId" clId="{E5E39C6A-5D2C-774B-B793-56457E344DA2}" dt="2019-07-24T03:16:37.394" v="1997" actId="2696"/>
        <pc:sldMkLst>
          <pc:docMk/>
          <pc:sldMk cId="1607412946" sldId="313"/>
        </pc:sldMkLst>
        <pc:spChg chg="add del">
          <ac:chgData name="Wang Stephen" userId="2033283f466edd32" providerId="LiveId" clId="{E5E39C6A-5D2C-774B-B793-56457E344DA2}" dt="2019-07-24T02:28:09.635" v="1548"/>
          <ac:spMkLst>
            <pc:docMk/>
            <pc:sldMk cId="1607412946" sldId="313"/>
            <ac:spMk id="2" creationId="{4906A823-A862-5D4E-8913-950C8FF1E678}"/>
          </ac:spMkLst>
        </pc:spChg>
        <pc:spChg chg="mod">
          <ac:chgData name="Wang Stephen" userId="2033283f466edd32" providerId="LiveId" clId="{E5E39C6A-5D2C-774B-B793-56457E344DA2}" dt="2019-07-24T03:08:12.306" v="1787" actId="20577"/>
          <ac:spMkLst>
            <pc:docMk/>
            <pc:sldMk cId="1607412946" sldId="313"/>
            <ac:spMk id="8" creationId="{C4B21C60-9080-4726-AE65-25607AEFC710}"/>
          </ac:spMkLst>
        </pc:spChg>
        <pc:spChg chg="del">
          <ac:chgData name="Wang Stephen" userId="2033283f466edd32" providerId="LiveId" clId="{E5E39C6A-5D2C-774B-B793-56457E344DA2}" dt="2019-07-24T02:26:40.815" v="1510" actId="478"/>
          <ac:spMkLst>
            <pc:docMk/>
            <pc:sldMk cId="1607412946" sldId="313"/>
            <ac:spMk id="10" creationId="{3F5FAB9E-1AF8-0440-BCB2-8C3944C0D6C5}"/>
          </ac:spMkLst>
        </pc:spChg>
        <pc:spChg chg="del">
          <ac:chgData name="Wang Stephen" userId="2033283f466edd32" providerId="LiveId" clId="{E5E39C6A-5D2C-774B-B793-56457E344DA2}" dt="2019-07-24T02:26:40.815" v="1510" actId="478"/>
          <ac:spMkLst>
            <pc:docMk/>
            <pc:sldMk cId="1607412946" sldId="313"/>
            <ac:spMk id="11" creationId="{5518A913-F777-A949-8E38-08B95C59D1F7}"/>
          </ac:spMkLst>
        </pc:spChg>
        <pc:spChg chg="del">
          <ac:chgData name="Wang Stephen" userId="2033283f466edd32" providerId="LiveId" clId="{E5E39C6A-5D2C-774B-B793-56457E344DA2}" dt="2019-07-24T02:26:40.815" v="1510" actId="478"/>
          <ac:spMkLst>
            <pc:docMk/>
            <pc:sldMk cId="1607412946" sldId="313"/>
            <ac:spMk id="12" creationId="{42BBEF1E-A867-CB4D-951C-F371AF5E2D95}"/>
          </ac:spMkLst>
        </pc:spChg>
        <pc:spChg chg="del">
          <ac:chgData name="Wang Stephen" userId="2033283f466edd32" providerId="LiveId" clId="{E5E39C6A-5D2C-774B-B793-56457E344DA2}" dt="2019-07-24T02:26:40.815" v="1510" actId="478"/>
          <ac:spMkLst>
            <pc:docMk/>
            <pc:sldMk cId="1607412946" sldId="313"/>
            <ac:spMk id="13" creationId="{55DEFD43-06C4-2646-9EE3-166775A8393B}"/>
          </ac:spMkLst>
        </pc:spChg>
        <pc:spChg chg="mod">
          <ac:chgData name="Wang Stephen" userId="2033283f466edd32" providerId="LiveId" clId="{E5E39C6A-5D2C-774B-B793-56457E344DA2}" dt="2019-07-24T02:27:22.420" v="1516" actId="1076"/>
          <ac:spMkLst>
            <pc:docMk/>
            <pc:sldMk cId="1607412946" sldId="313"/>
            <ac:spMk id="14" creationId="{4C4E278F-5F7E-8144-86DD-07D4FFD90C1C}"/>
          </ac:spMkLst>
        </pc:spChg>
        <pc:spChg chg="add mod">
          <ac:chgData name="Wang Stephen" userId="2033283f466edd32" providerId="LiveId" clId="{E5E39C6A-5D2C-774B-B793-56457E344DA2}" dt="2019-07-24T02:27:01.043" v="1512" actId="1076"/>
          <ac:spMkLst>
            <pc:docMk/>
            <pc:sldMk cId="1607412946" sldId="313"/>
            <ac:spMk id="19" creationId="{4830F4DF-2B10-7843-B03F-478FB642D065}"/>
          </ac:spMkLst>
        </pc:spChg>
        <pc:picChg chg="del">
          <ac:chgData name="Wang Stephen" userId="2033283f466edd32" providerId="LiveId" clId="{E5E39C6A-5D2C-774B-B793-56457E344DA2}" dt="2019-07-24T02:26:40.815" v="1510" actId="478"/>
          <ac:picMkLst>
            <pc:docMk/>
            <pc:sldMk cId="1607412946" sldId="313"/>
            <ac:picMk id="6" creationId="{4A76ABD5-60C1-A243-AD36-50DAACA21A74}"/>
          </ac:picMkLst>
        </pc:picChg>
        <pc:picChg chg="del">
          <ac:chgData name="Wang Stephen" userId="2033283f466edd32" providerId="LiveId" clId="{E5E39C6A-5D2C-774B-B793-56457E344DA2}" dt="2019-07-24T02:26:40.815" v="1510" actId="478"/>
          <ac:picMkLst>
            <pc:docMk/>
            <pc:sldMk cId="1607412946" sldId="313"/>
            <ac:picMk id="7" creationId="{4463AC62-B6E7-C24D-AE2E-47311863C077}"/>
          </ac:picMkLst>
        </pc:picChg>
        <pc:picChg chg="add mod">
          <ac:chgData name="Wang Stephen" userId="2033283f466edd32" providerId="LiveId" clId="{E5E39C6A-5D2C-774B-B793-56457E344DA2}" dt="2019-07-24T02:27:01.043" v="1512" actId="1076"/>
          <ac:picMkLst>
            <pc:docMk/>
            <pc:sldMk cId="1607412946" sldId="313"/>
            <ac:picMk id="15" creationId="{C593007D-1B98-1443-9DF6-56643FA84F4C}"/>
          </ac:picMkLst>
        </pc:picChg>
        <pc:picChg chg="add mod">
          <ac:chgData name="Wang Stephen" userId="2033283f466edd32" providerId="LiveId" clId="{E5E39C6A-5D2C-774B-B793-56457E344DA2}" dt="2019-07-24T02:27:01.043" v="1512" actId="1076"/>
          <ac:picMkLst>
            <pc:docMk/>
            <pc:sldMk cId="1607412946" sldId="313"/>
            <ac:picMk id="16" creationId="{EA7530B0-2371-5B43-AAA4-2927EE44C23D}"/>
          </ac:picMkLst>
        </pc:picChg>
        <pc:picChg chg="add mod">
          <ac:chgData name="Wang Stephen" userId="2033283f466edd32" providerId="LiveId" clId="{E5E39C6A-5D2C-774B-B793-56457E344DA2}" dt="2019-07-24T02:27:01.043" v="1512" actId="1076"/>
          <ac:picMkLst>
            <pc:docMk/>
            <pc:sldMk cId="1607412946" sldId="313"/>
            <ac:picMk id="17" creationId="{11F6CE63-B8BB-F747-AEE2-550E9B497D61}"/>
          </ac:picMkLst>
        </pc:picChg>
        <pc:picChg chg="add mod">
          <ac:chgData name="Wang Stephen" userId="2033283f466edd32" providerId="LiveId" clId="{E5E39C6A-5D2C-774B-B793-56457E344DA2}" dt="2019-07-24T02:27:01.043" v="1512" actId="1076"/>
          <ac:picMkLst>
            <pc:docMk/>
            <pc:sldMk cId="1607412946" sldId="313"/>
            <ac:picMk id="18" creationId="{D1C016C5-CF91-D140-A122-16ADB025A4F2}"/>
          </ac:picMkLst>
        </pc:picChg>
      </pc:sldChg>
      <pc:sldChg chg="add">
        <pc:chgData name="Wang Stephen" userId="2033283f466edd32" providerId="LiveId" clId="{E5E39C6A-5D2C-774B-B793-56457E344DA2}" dt="2019-07-24T03:16:44.294" v="2001"/>
        <pc:sldMkLst>
          <pc:docMk/>
          <pc:sldMk cId="3066881506" sldId="313"/>
        </pc:sldMkLst>
      </pc:sldChg>
      <pc:sldChg chg="addSp delSp modSp add del">
        <pc:chgData name="Wang Stephen" userId="2033283f466edd32" providerId="LiveId" clId="{E5E39C6A-5D2C-774B-B793-56457E344DA2}" dt="2019-07-24T03:16:37.414" v="1998" actId="2696"/>
        <pc:sldMkLst>
          <pc:docMk/>
          <pc:sldMk cId="312780665" sldId="314"/>
        </pc:sldMkLst>
        <pc:spChg chg="add del">
          <ac:chgData name="Wang Stephen" userId="2033283f466edd32" providerId="LiveId" clId="{E5E39C6A-5D2C-774B-B793-56457E344DA2}" dt="2019-07-24T02:56:37.529" v="1562"/>
          <ac:spMkLst>
            <pc:docMk/>
            <pc:sldMk cId="312780665" sldId="314"/>
            <ac:spMk id="2" creationId="{B3BFE853-7FFB-3944-A647-A9319ACD3443}"/>
          </ac:spMkLst>
        </pc:spChg>
        <pc:spChg chg="mod">
          <ac:chgData name="Wang Stephen" userId="2033283f466edd32" providerId="LiveId" clId="{E5E39C6A-5D2C-774B-B793-56457E344DA2}" dt="2019-07-24T03:08:11.587" v="1786" actId="20577"/>
          <ac:spMkLst>
            <pc:docMk/>
            <pc:sldMk cId="312780665" sldId="314"/>
            <ac:spMk id="8" creationId="{C4B21C60-9080-4726-AE65-25607AEFC710}"/>
          </ac:spMkLst>
        </pc:spChg>
        <pc:spChg chg="add del mod">
          <ac:chgData name="Wang Stephen" userId="2033283f466edd32" providerId="LiveId" clId="{E5E39C6A-5D2C-774B-B793-56457E344DA2}" dt="2019-07-24T02:59:38.815" v="1591" actId="478"/>
          <ac:spMkLst>
            <pc:docMk/>
            <pc:sldMk cId="312780665" sldId="314"/>
            <ac:spMk id="12" creationId="{001A1923-60B6-FC40-8C0C-B7B813E05E7D}"/>
          </ac:spMkLst>
        </pc:spChg>
        <pc:spChg chg="add del mod">
          <ac:chgData name="Wang Stephen" userId="2033283f466edd32" providerId="LiveId" clId="{E5E39C6A-5D2C-774B-B793-56457E344DA2}" dt="2019-07-24T02:59:38.815" v="1591" actId="478"/>
          <ac:spMkLst>
            <pc:docMk/>
            <pc:sldMk cId="312780665" sldId="314"/>
            <ac:spMk id="13" creationId="{AEE3919E-E3C1-8649-BEB4-CE1AE169D3E4}"/>
          </ac:spMkLst>
        </pc:spChg>
        <pc:spChg chg="mod">
          <ac:chgData name="Wang Stephen" userId="2033283f466edd32" providerId="LiveId" clId="{E5E39C6A-5D2C-774B-B793-56457E344DA2}" dt="2019-07-24T02:58:47.829" v="1585" actId="1038"/>
          <ac:spMkLst>
            <pc:docMk/>
            <pc:sldMk cId="312780665" sldId="314"/>
            <ac:spMk id="14" creationId="{4C4E278F-5F7E-8144-86DD-07D4FFD90C1C}"/>
          </ac:spMkLst>
        </pc:spChg>
        <pc:spChg chg="del">
          <ac:chgData name="Wang Stephen" userId="2033283f466edd32" providerId="LiveId" clId="{E5E39C6A-5D2C-774B-B793-56457E344DA2}" dt="2019-07-24T02:29:16.259" v="1550" actId="478"/>
          <ac:spMkLst>
            <pc:docMk/>
            <pc:sldMk cId="312780665" sldId="314"/>
            <ac:spMk id="19" creationId="{4830F4DF-2B10-7843-B03F-478FB642D065}"/>
          </ac:spMkLst>
        </pc:spChg>
        <pc:spChg chg="add del">
          <ac:chgData name="Wang Stephen" userId="2033283f466edd32" providerId="LiveId" clId="{E5E39C6A-5D2C-774B-B793-56457E344DA2}" dt="2019-07-24T02:59:37.808" v="1590"/>
          <ac:spMkLst>
            <pc:docMk/>
            <pc:sldMk cId="312780665" sldId="314"/>
            <ac:spMk id="22" creationId="{1B28DB08-BED2-F14A-A93F-E5B514C294DF}"/>
          </ac:spMkLst>
        </pc:spChg>
        <pc:spChg chg="add del">
          <ac:chgData name="Wang Stephen" userId="2033283f466edd32" providerId="LiveId" clId="{E5E39C6A-5D2C-774B-B793-56457E344DA2}" dt="2019-07-24T02:59:37.808" v="1590"/>
          <ac:spMkLst>
            <pc:docMk/>
            <pc:sldMk cId="312780665" sldId="314"/>
            <ac:spMk id="23" creationId="{20A92253-817A-8443-93C8-F3DBAA2B997E}"/>
          </ac:spMkLst>
        </pc:spChg>
        <pc:spChg chg="add del">
          <ac:chgData name="Wang Stephen" userId="2033283f466edd32" providerId="LiveId" clId="{E5E39C6A-5D2C-774B-B793-56457E344DA2}" dt="2019-07-24T02:59:37.808" v="1590"/>
          <ac:spMkLst>
            <pc:docMk/>
            <pc:sldMk cId="312780665" sldId="314"/>
            <ac:spMk id="24" creationId="{AF629495-3D35-184C-B2BF-DEDB220BEA1B}"/>
          </ac:spMkLst>
        </pc:spChg>
        <pc:spChg chg="add del">
          <ac:chgData name="Wang Stephen" userId="2033283f466edd32" providerId="LiveId" clId="{E5E39C6A-5D2C-774B-B793-56457E344DA2}" dt="2019-07-24T02:59:37.808" v="1590"/>
          <ac:spMkLst>
            <pc:docMk/>
            <pc:sldMk cId="312780665" sldId="314"/>
            <ac:spMk id="25" creationId="{CED7861C-AB74-CF46-91C1-96711BFF30CC}"/>
          </ac:spMkLst>
        </pc:spChg>
        <pc:spChg chg="add">
          <ac:chgData name="Wang Stephen" userId="2033283f466edd32" providerId="LiveId" clId="{E5E39C6A-5D2C-774B-B793-56457E344DA2}" dt="2019-07-24T02:59:39.531" v="1592"/>
          <ac:spMkLst>
            <pc:docMk/>
            <pc:sldMk cId="312780665" sldId="314"/>
            <ac:spMk id="28" creationId="{34CC5739-DAD9-5B43-AC36-9216F79A97D8}"/>
          </ac:spMkLst>
        </pc:spChg>
        <pc:spChg chg="add mod">
          <ac:chgData name="Wang Stephen" userId="2033283f466edd32" providerId="LiveId" clId="{E5E39C6A-5D2C-774B-B793-56457E344DA2}" dt="2019-07-24T02:59:50.725" v="1599" actId="20577"/>
          <ac:spMkLst>
            <pc:docMk/>
            <pc:sldMk cId="312780665" sldId="314"/>
            <ac:spMk id="29" creationId="{A0092EBB-8B6B-174C-AB08-DFBA6874EE04}"/>
          </ac:spMkLst>
        </pc:spChg>
        <pc:spChg chg="add del">
          <ac:chgData name="Wang Stephen" userId="2033283f466edd32" providerId="LiveId" clId="{E5E39C6A-5D2C-774B-B793-56457E344DA2}" dt="2019-07-24T02:59:43.329" v="1593" actId="478"/>
          <ac:spMkLst>
            <pc:docMk/>
            <pc:sldMk cId="312780665" sldId="314"/>
            <ac:spMk id="30" creationId="{19520D17-DCD4-D347-94C0-53BACDCCFF69}"/>
          </ac:spMkLst>
        </pc:spChg>
        <pc:spChg chg="add del">
          <ac:chgData name="Wang Stephen" userId="2033283f466edd32" providerId="LiveId" clId="{E5E39C6A-5D2C-774B-B793-56457E344DA2}" dt="2019-07-24T02:59:43.329" v="1593" actId="478"/>
          <ac:spMkLst>
            <pc:docMk/>
            <pc:sldMk cId="312780665" sldId="314"/>
            <ac:spMk id="31" creationId="{84F376BA-659A-114B-B7F9-3A8F14735A2A}"/>
          </ac:spMkLst>
        </pc:spChg>
        <pc:picChg chg="add del mod">
          <ac:chgData name="Wang Stephen" userId="2033283f466edd32" providerId="LiveId" clId="{E5E39C6A-5D2C-774B-B793-56457E344DA2}" dt="2019-07-24T02:59:38.815" v="1591" actId="478"/>
          <ac:picMkLst>
            <pc:docMk/>
            <pc:sldMk cId="312780665" sldId="314"/>
            <ac:picMk id="10" creationId="{2A716C14-7166-4341-B6FF-AAD93AD64BEA}"/>
          </ac:picMkLst>
        </pc:picChg>
        <pc:picChg chg="add del mod">
          <ac:chgData name="Wang Stephen" userId="2033283f466edd32" providerId="LiveId" clId="{E5E39C6A-5D2C-774B-B793-56457E344DA2}" dt="2019-07-24T02:59:38.815" v="1591" actId="478"/>
          <ac:picMkLst>
            <pc:docMk/>
            <pc:sldMk cId="312780665" sldId="314"/>
            <ac:picMk id="11" creationId="{CEF470E9-39B6-714B-928D-3CC5559635BB}"/>
          </ac:picMkLst>
        </pc:picChg>
        <pc:picChg chg="del">
          <ac:chgData name="Wang Stephen" userId="2033283f466edd32" providerId="LiveId" clId="{E5E39C6A-5D2C-774B-B793-56457E344DA2}" dt="2019-07-24T02:29:16.259" v="1550" actId="478"/>
          <ac:picMkLst>
            <pc:docMk/>
            <pc:sldMk cId="312780665" sldId="314"/>
            <ac:picMk id="15" creationId="{C593007D-1B98-1443-9DF6-56643FA84F4C}"/>
          </ac:picMkLst>
        </pc:picChg>
        <pc:picChg chg="del">
          <ac:chgData name="Wang Stephen" userId="2033283f466edd32" providerId="LiveId" clId="{E5E39C6A-5D2C-774B-B793-56457E344DA2}" dt="2019-07-24T02:29:16.259" v="1550" actId="478"/>
          <ac:picMkLst>
            <pc:docMk/>
            <pc:sldMk cId="312780665" sldId="314"/>
            <ac:picMk id="16" creationId="{EA7530B0-2371-5B43-AAA4-2927EE44C23D}"/>
          </ac:picMkLst>
        </pc:picChg>
        <pc:picChg chg="del">
          <ac:chgData name="Wang Stephen" userId="2033283f466edd32" providerId="LiveId" clId="{E5E39C6A-5D2C-774B-B793-56457E344DA2}" dt="2019-07-24T02:29:16.259" v="1550" actId="478"/>
          <ac:picMkLst>
            <pc:docMk/>
            <pc:sldMk cId="312780665" sldId="314"/>
            <ac:picMk id="17" creationId="{11F6CE63-B8BB-F747-AEE2-550E9B497D61}"/>
          </ac:picMkLst>
        </pc:picChg>
        <pc:picChg chg="del">
          <ac:chgData name="Wang Stephen" userId="2033283f466edd32" providerId="LiveId" clId="{E5E39C6A-5D2C-774B-B793-56457E344DA2}" dt="2019-07-24T02:29:16.259" v="1550" actId="478"/>
          <ac:picMkLst>
            <pc:docMk/>
            <pc:sldMk cId="312780665" sldId="314"/>
            <ac:picMk id="18" creationId="{D1C016C5-CF91-D140-A122-16ADB025A4F2}"/>
          </ac:picMkLst>
        </pc:picChg>
        <pc:picChg chg="add del">
          <ac:chgData name="Wang Stephen" userId="2033283f466edd32" providerId="LiveId" clId="{E5E39C6A-5D2C-774B-B793-56457E344DA2}" dt="2019-07-24T02:59:37.808" v="1590"/>
          <ac:picMkLst>
            <pc:docMk/>
            <pc:sldMk cId="312780665" sldId="314"/>
            <ac:picMk id="20" creationId="{A98D5D52-2A59-B944-AA6F-522237795EF7}"/>
          </ac:picMkLst>
        </pc:picChg>
        <pc:picChg chg="add del">
          <ac:chgData name="Wang Stephen" userId="2033283f466edd32" providerId="LiveId" clId="{E5E39C6A-5D2C-774B-B793-56457E344DA2}" dt="2019-07-24T02:59:37.808" v="1590"/>
          <ac:picMkLst>
            <pc:docMk/>
            <pc:sldMk cId="312780665" sldId="314"/>
            <ac:picMk id="21" creationId="{18258948-1EE3-9C45-BD3F-83AF1AD16C5E}"/>
          </ac:picMkLst>
        </pc:picChg>
        <pc:picChg chg="add">
          <ac:chgData name="Wang Stephen" userId="2033283f466edd32" providerId="LiveId" clId="{E5E39C6A-5D2C-774B-B793-56457E344DA2}" dt="2019-07-24T02:59:39.531" v="1592"/>
          <ac:picMkLst>
            <pc:docMk/>
            <pc:sldMk cId="312780665" sldId="314"/>
            <ac:picMk id="26" creationId="{183BA67D-46AA-D64F-B7E7-C46CF62F54D7}"/>
          </ac:picMkLst>
        </pc:picChg>
        <pc:picChg chg="add">
          <ac:chgData name="Wang Stephen" userId="2033283f466edd32" providerId="LiveId" clId="{E5E39C6A-5D2C-774B-B793-56457E344DA2}" dt="2019-07-24T02:59:39.531" v="1592"/>
          <ac:picMkLst>
            <pc:docMk/>
            <pc:sldMk cId="312780665" sldId="314"/>
            <ac:picMk id="27" creationId="{6E646BEE-865C-FA47-969C-AAA089208052}"/>
          </ac:picMkLst>
        </pc:picChg>
      </pc:sldChg>
      <pc:sldChg chg="add">
        <pc:chgData name="Wang Stephen" userId="2033283f466edd32" providerId="LiveId" clId="{E5E39C6A-5D2C-774B-B793-56457E344DA2}" dt="2019-07-24T03:16:44.294" v="2001"/>
        <pc:sldMkLst>
          <pc:docMk/>
          <pc:sldMk cId="3188653736" sldId="314"/>
        </pc:sldMkLst>
      </pc:sldChg>
      <pc:sldChg chg="add del">
        <pc:chgData name="Wang Stephen" userId="2033283f466edd32" providerId="LiveId" clId="{E5E39C6A-5D2C-774B-B793-56457E344DA2}" dt="2019-07-24T02:58:06.595" v="1571" actId="2696"/>
        <pc:sldMkLst>
          <pc:docMk/>
          <pc:sldMk cId="1513348515" sldId="315"/>
        </pc:sldMkLst>
      </pc:sldChg>
      <pc:sldChg chg="addSp delSp modSp add del">
        <pc:chgData name="Wang Stephen" userId="2033283f466edd32" providerId="LiveId" clId="{E5E39C6A-5D2C-774B-B793-56457E344DA2}" dt="2019-07-24T03:16:37.432" v="1999" actId="2696"/>
        <pc:sldMkLst>
          <pc:docMk/>
          <pc:sldMk cId="144779961" sldId="316"/>
        </pc:sldMkLst>
        <pc:spChg chg="del">
          <ac:chgData name="Wang Stephen" userId="2033283f466edd32" providerId="LiveId" clId="{E5E39C6A-5D2C-774B-B793-56457E344DA2}" dt="2019-07-24T02:57:26.214" v="1567" actId="478"/>
          <ac:spMkLst>
            <pc:docMk/>
            <pc:sldMk cId="144779961" sldId="316"/>
            <ac:spMk id="12" creationId="{001A1923-60B6-FC40-8C0C-B7B813E05E7D}"/>
          </ac:spMkLst>
        </pc:spChg>
        <pc:spChg chg="del">
          <ac:chgData name="Wang Stephen" userId="2033283f466edd32" providerId="LiveId" clId="{E5E39C6A-5D2C-774B-B793-56457E344DA2}" dt="2019-07-24T02:57:26.214" v="1567" actId="478"/>
          <ac:spMkLst>
            <pc:docMk/>
            <pc:sldMk cId="144779961" sldId="316"/>
            <ac:spMk id="13" creationId="{AEE3919E-E3C1-8649-BEB4-CE1AE169D3E4}"/>
          </ac:spMkLst>
        </pc:spChg>
        <pc:spChg chg="mod">
          <ac:chgData name="Wang Stephen" userId="2033283f466edd32" providerId="LiveId" clId="{E5E39C6A-5D2C-774B-B793-56457E344DA2}" dt="2019-07-24T02:58:53.826" v="1586" actId="1076"/>
          <ac:spMkLst>
            <pc:docMk/>
            <pc:sldMk cId="144779961" sldId="316"/>
            <ac:spMk id="14" creationId="{4C4E278F-5F7E-8144-86DD-07D4FFD90C1C}"/>
          </ac:spMkLst>
        </pc:spChg>
        <pc:spChg chg="add del">
          <ac:chgData name="Wang Stephen" userId="2033283f466edd32" providerId="LiveId" clId="{E5E39C6A-5D2C-774B-B793-56457E344DA2}" dt="2019-07-24T02:57:25.465" v="1566"/>
          <ac:spMkLst>
            <pc:docMk/>
            <pc:sldMk cId="144779961" sldId="316"/>
            <ac:spMk id="16" creationId="{071A90D4-80DD-A145-9D4A-0490A660A21E}"/>
          </ac:spMkLst>
        </pc:spChg>
        <pc:spChg chg="add del">
          <ac:chgData name="Wang Stephen" userId="2033283f466edd32" providerId="LiveId" clId="{E5E39C6A-5D2C-774B-B793-56457E344DA2}" dt="2019-07-24T02:57:25.465" v="1566"/>
          <ac:spMkLst>
            <pc:docMk/>
            <pc:sldMk cId="144779961" sldId="316"/>
            <ac:spMk id="17" creationId="{301ADDFF-69F7-BE40-AFDF-E854DFC197D0}"/>
          </ac:spMkLst>
        </pc:spChg>
        <pc:spChg chg="add del">
          <ac:chgData name="Wang Stephen" userId="2033283f466edd32" providerId="LiveId" clId="{E5E39C6A-5D2C-774B-B793-56457E344DA2}" dt="2019-07-24T02:57:25.465" v="1566"/>
          <ac:spMkLst>
            <pc:docMk/>
            <pc:sldMk cId="144779961" sldId="316"/>
            <ac:spMk id="18" creationId="{D7EA8848-A94C-904D-929A-0B56EB4B1415}"/>
          </ac:spMkLst>
        </pc:spChg>
        <pc:spChg chg="add del">
          <ac:chgData name="Wang Stephen" userId="2033283f466edd32" providerId="LiveId" clId="{E5E39C6A-5D2C-774B-B793-56457E344DA2}" dt="2019-07-24T02:57:25.465" v="1566"/>
          <ac:spMkLst>
            <pc:docMk/>
            <pc:sldMk cId="144779961" sldId="316"/>
            <ac:spMk id="19" creationId="{278EE2EC-8526-4448-A3DB-4AC57DCBB4DF}"/>
          </ac:spMkLst>
        </pc:spChg>
        <pc:spChg chg="add del mod">
          <ac:chgData name="Wang Stephen" userId="2033283f466edd32" providerId="LiveId" clId="{E5E39C6A-5D2C-774B-B793-56457E344DA2}" dt="2019-07-24T02:59:24.567" v="1587" actId="478"/>
          <ac:spMkLst>
            <pc:docMk/>
            <pc:sldMk cId="144779961" sldId="316"/>
            <ac:spMk id="22" creationId="{31E44F48-71F7-0549-84EA-CAC1CEA2F1A1}"/>
          </ac:spMkLst>
        </pc:spChg>
        <pc:spChg chg="add del mod">
          <ac:chgData name="Wang Stephen" userId="2033283f466edd32" providerId="LiveId" clId="{E5E39C6A-5D2C-774B-B793-56457E344DA2}" dt="2019-07-24T02:59:24.567" v="1587" actId="478"/>
          <ac:spMkLst>
            <pc:docMk/>
            <pc:sldMk cId="144779961" sldId="316"/>
            <ac:spMk id="23" creationId="{49BB7790-91D0-A443-8543-5E42B78625C9}"/>
          </ac:spMkLst>
        </pc:spChg>
        <pc:spChg chg="add del mod">
          <ac:chgData name="Wang Stephen" userId="2033283f466edd32" providerId="LiveId" clId="{E5E39C6A-5D2C-774B-B793-56457E344DA2}" dt="2019-07-24T02:59:24.567" v="1587" actId="478"/>
          <ac:spMkLst>
            <pc:docMk/>
            <pc:sldMk cId="144779961" sldId="316"/>
            <ac:spMk id="24" creationId="{410D8171-46F0-684F-A02D-375CE880124E}"/>
          </ac:spMkLst>
        </pc:spChg>
        <pc:spChg chg="add del mod">
          <ac:chgData name="Wang Stephen" userId="2033283f466edd32" providerId="LiveId" clId="{E5E39C6A-5D2C-774B-B793-56457E344DA2}" dt="2019-07-24T02:59:24.567" v="1587" actId="478"/>
          <ac:spMkLst>
            <pc:docMk/>
            <pc:sldMk cId="144779961" sldId="316"/>
            <ac:spMk id="25" creationId="{AD67ACE1-2FF3-9642-875C-5A0FB12E2461}"/>
          </ac:spMkLst>
        </pc:spChg>
        <pc:spChg chg="add del">
          <ac:chgData name="Wang Stephen" userId="2033283f466edd32" providerId="LiveId" clId="{E5E39C6A-5D2C-774B-B793-56457E344DA2}" dt="2019-07-24T02:58:11.489" v="1573"/>
          <ac:spMkLst>
            <pc:docMk/>
            <pc:sldMk cId="144779961" sldId="316"/>
            <ac:spMk id="26" creationId="{25B4A269-5B70-4B48-9053-04321F6F0994}"/>
          </ac:spMkLst>
        </pc:spChg>
        <pc:spChg chg="add del">
          <ac:chgData name="Wang Stephen" userId="2033283f466edd32" providerId="LiveId" clId="{E5E39C6A-5D2C-774B-B793-56457E344DA2}" dt="2019-07-24T02:58:17.935" v="1576"/>
          <ac:spMkLst>
            <pc:docMk/>
            <pc:sldMk cId="144779961" sldId="316"/>
            <ac:spMk id="27" creationId="{710D64E9-2864-1641-AE52-F2139648D90E}"/>
          </ac:spMkLst>
        </pc:spChg>
        <pc:spChg chg="add del">
          <ac:chgData name="Wang Stephen" userId="2033283f466edd32" providerId="LiveId" clId="{E5E39C6A-5D2C-774B-B793-56457E344DA2}" dt="2019-07-24T02:58:26.209" v="1578"/>
          <ac:spMkLst>
            <pc:docMk/>
            <pc:sldMk cId="144779961" sldId="316"/>
            <ac:spMk id="28" creationId="{506235EE-5E3B-234E-8B28-9269C27EFF78}"/>
          </ac:spMkLst>
        </pc:spChg>
        <pc:spChg chg="add">
          <ac:chgData name="Wang Stephen" userId="2033283f466edd32" providerId="LiveId" clId="{E5E39C6A-5D2C-774B-B793-56457E344DA2}" dt="2019-07-24T02:59:25.085" v="1588"/>
          <ac:spMkLst>
            <pc:docMk/>
            <pc:sldMk cId="144779961" sldId="316"/>
            <ac:spMk id="31" creationId="{FCCC2680-751B-0844-BB6D-B35395296DA9}"/>
          </ac:spMkLst>
        </pc:spChg>
        <pc:spChg chg="add mod">
          <ac:chgData name="Wang Stephen" userId="2033283f466edd32" providerId="LiveId" clId="{E5E39C6A-5D2C-774B-B793-56457E344DA2}" dt="2019-07-24T03:03:03.412" v="1629" actId="20577"/>
          <ac:spMkLst>
            <pc:docMk/>
            <pc:sldMk cId="144779961" sldId="316"/>
            <ac:spMk id="32" creationId="{D196D6B0-B8B3-1749-BF06-1B9F860A216F}"/>
          </ac:spMkLst>
        </pc:spChg>
        <pc:spChg chg="add">
          <ac:chgData name="Wang Stephen" userId="2033283f466edd32" providerId="LiveId" clId="{E5E39C6A-5D2C-774B-B793-56457E344DA2}" dt="2019-07-24T02:59:25.085" v="1588"/>
          <ac:spMkLst>
            <pc:docMk/>
            <pc:sldMk cId="144779961" sldId="316"/>
            <ac:spMk id="33" creationId="{80B8A768-D5B3-A94F-A9AE-47CBFCDFC856}"/>
          </ac:spMkLst>
        </pc:spChg>
        <pc:spChg chg="add">
          <ac:chgData name="Wang Stephen" userId="2033283f466edd32" providerId="LiveId" clId="{E5E39C6A-5D2C-774B-B793-56457E344DA2}" dt="2019-07-24T02:59:25.085" v="1588"/>
          <ac:spMkLst>
            <pc:docMk/>
            <pc:sldMk cId="144779961" sldId="316"/>
            <ac:spMk id="34" creationId="{B5742483-4358-4444-98C7-DC32EAB4462C}"/>
          </ac:spMkLst>
        </pc:spChg>
        <pc:picChg chg="add del">
          <ac:chgData name="Wang Stephen" userId="2033283f466edd32" providerId="LiveId" clId="{E5E39C6A-5D2C-774B-B793-56457E344DA2}" dt="2019-07-24T02:57:25.465" v="1566"/>
          <ac:picMkLst>
            <pc:docMk/>
            <pc:sldMk cId="144779961" sldId="316"/>
            <ac:picMk id="9" creationId="{1AC698E9-7981-1D4E-8462-BB779195C7FB}"/>
          </ac:picMkLst>
        </pc:picChg>
        <pc:picChg chg="del">
          <ac:chgData name="Wang Stephen" userId="2033283f466edd32" providerId="LiveId" clId="{E5E39C6A-5D2C-774B-B793-56457E344DA2}" dt="2019-07-24T02:57:26.214" v="1567" actId="478"/>
          <ac:picMkLst>
            <pc:docMk/>
            <pc:sldMk cId="144779961" sldId="316"/>
            <ac:picMk id="10" creationId="{2A716C14-7166-4341-B6FF-AAD93AD64BEA}"/>
          </ac:picMkLst>
        </pc:picChg>
        <pc:picChg chg="del">
          <ac:chgData name="Wang Stephen" userId="2033283f466edd32" providerId="LiveId" clId="{E5E39C6A-5D2C-774B-B793-56457E344DA2}" dt="2019-07-24T02:57:26.214" v="1567" actId="478"/>
          <ac:picMkLst>
            <pc:docMk/>
            <pc:sldMk cId="144779961" sldId="316"/>
            <ac:picMk id="11" creationId="{CEF470E9-39B6-714B-928D-3CC5559635BB}"/>
          </ac:picMkLst>
        </pc:picChg>
        <pc:picChg chg="add del">
          <ac:chgData name="Wang Stephen" userId="2033283f466edd32" providerId="LiveId" clId="{E5E39C6A-5D2C-774B-B793-56457E344DA2}" dt="2019-07-24T02:57:25.465" v="1566"/>
          <ac:picMkLst>
            <pc:docMk/>
            <pc:sldMk cId="144779961" sldId="316"/>
            <ac:picMk id="15" creationId="{DC8C82E2-0195-7148-9DA2-A8C1E7BD00F3}"/>
          </ac:picMkLst>
        </pc:picChg>
        <pc:picChg chg="add del mod">
          <ac:chgData name="Wang Stephen" userId="2033283f466edd32" providerId="LiveId" clId="{E5E39C6A-5D2C-774B-B793-56457E344DA2}" dt="2019-07-24T02:59:24.567" v="1587" actId="478"/>
          <ac:picMkLst>
            <pc:docMk/>
            <pc:sldMk cId="144779961" sldId="316"/>
            <ac:picMk id="20" creationId="{F116BE5A-63E8-CC46-8774-6EAE22798179}"/>
          </ac:picMkLst>
        </pc:picChg>
        <pc:picChg chg="add del mod">
          <ac:chgData name="Wang Stephen" userId="2033283f466edd32" providerId="LiveId" clId="{E5E39C6A-5D2C-774B-B793-56457E344DA2}" dt="2019-07-24T02:59:24.567" v="1587" actId="478"/>
          <ac:picMkLst>
            <pc:docMk/>
            <pc:sldMk cId="144779961" sldId="316"/>
            <ac:picMk id="21" creationId="{A7A79223-0CE1-5048-A99F-45DBFA639E33}"/>
          </ac:picMkLst>
        </pc:picChg>
        <pc:picChg chg="add">
          <ac:chgData name="Wang Stephen" userId="2033283f466edd32" providerId="LiveId" clId="{E5E39C6A-5D2C-774B-B793-56457E344DA2}" dt="2019-07-24T02:59:25.085" v="1588"/>
          <ac:picMkLst>
            <pc:docMk/>
            <pc:sldMk cId="144779961" sldId="316"/>
            <ac:picMk id="29" creationId="{1CEA5EB6-9AEC-FF43-A6CF-C36DB2C36CC3}"/>
          </ac:picMkLst>
        </pc:picChg>
        <pc:picChg chg="add">
          <ac:chgData name="Wang Stephen" userId="2033283f466edd32" providerId="LiveId" clId="{E5E39C6A-5D2C-774B-B793-56457E344DA2}" dt="2019-07-24T02:59:25.085" v="1588"/>
          <ac:picMkLst>
            <pc:docMk/>
            <pc:sldMk cId="144779961" sldId="316"/>
            <ac:picMk id="30" creationId="{B1257F3E-9B21-6B48-B202-1CB62AA071B2}"/>
          </ac:picMkLst>
        </pc:picChg>
      </pc:sldChg>
      <pc:sldChg chg="add">
        <pc:chgData name="Wang Stephen" userId="2033283f466edd32" providerId="LiveId" clId="{E5E39C6A-5D2C-774B-B793-56457E344DA2}" dt="2019-07-24T03:16:44.294" v="2001"/>
        <pc:sldMkLst>
          <pc:docMk/>
          <pc:sldMk cId="3253813224" sldId="316"/>
        </pc:sldMkLst>
      </pc:sldChg>
      <pc:sldChg chg="modSp add del">
        <pc:chgData name="Wang Stephen" userId="2033283f466edd32" providerId="LiveId" clId="{E5E39C6A-5D2C-774B-B793-56457E344DA2}" dt="2019-07-24T03:16:37.451" v="2000" actId="2696"/>
        <pc:sldMkLst>
          <pc:docMk/>
          <pc:sldMk cId="3552836925" sldId="317"/>
        </pc:sldMkLst>
        <pc:spChg chg="mod">
          <ac:chgData name="Wang Stephen" userId="2033283f466edd32" providerId="LiveId" clId="{E5E39C6A-5D2C-774B-B793-56457E344DA2}" dt="2019-07-24T03:02:36.620" v="1627" actId="20577"/>
          <ac:spMkLst>
            <pc:docMk/>
            <pc:sldMk cId="3552836925" sldId="317"/>
            <ac:spMk id="14" creationId="{4C4E278F-5F7E-8144-86DD-07D4FFD90C1C}"/>
          </ac:spMkLst>
        </pc:spChg>
        <pc:spChg chg="mod">
          <ac:chgData name="Wang Stephen" userId="2033283f466edd32" providerId="LiveId" clId="{E5E39C6A-5D2C-774B-B793-56457E344DA2}" dt="2019-07-24T03:01:29.093" v="1625" actId="20577"/>
          <ac:spMkLst>
            <pc:docMk/>
            <pc:sldMk cId="3552836925" sldId="317"/>
            <ac:spMk id="32" creationId="{D196D6B0-B8B3-1749-BF06-1B9F860A216F}"/>
          </ac:spMkLst>
        </pc:spChg>
      </pc:sldChg>
      <pc:sldChg chg="add">
        <pc:chgData name="Wang Stephen" userId="2033283f466edd32" providerId="LiveId" clId="{E5E39C6A-5D2C-774B-B793-56457E344DA2}" dt="2019-07-24T03:16:44.294" v="2001"/>
        <pc:sldMkLst>
          <pc:docMk/>
          <pc:sldMk cId="4069046688" sldId="317"/>
        </pc:sldMkLst>
      </pc:sldChg>
      <pc:sldChg chg="add del">
        <pc:chgData name="Wang Stephen" userId="2033283f466edd32" providerId="LiveId" clId="{E5E39C6A-5D2C-774B-B793-56457E344DA2}" dt="2019-07-24T03:28:21.588" v="2081" actId="2696"/>
        <pc:sldMkLst>
          <pc:docMk/>
          <pc:sldMk cId="763229728" sldId="318"/>
        </pc:sldMkLst>
      </pc:sldChg>
      <pc:sldChg chg="add del">
        <pc:chgData name="Wang Stephen" userId="2033283f466edd32" providerId="LiveId" clId="{E5E39C6A-5D2C-774B-B793-56457E344DA2}" dt="2019-07-24T03:03:35.797" v="1631"/>
        <pc:sldMkLst>
          <pc:docMk/>
          <pc:sldMk cId="1765897762" sldId="318"/>
        </pc:sldMkLst>
      </pc:sldChg>
      <pc:sldChg chg="addSp delSp modSp add">
        <pc:chgData name="Wang Stephen" userId="2033283f466edd32" providerId="LiveId" clId="{E5E39C6A-5D2C-774B-B793-56457E344DA2}" dt="2019-07-24T03:27:10.240" v="2074"/>
        <pc:sldMkLst>
          <pc:docMk/>
          <pc:sldMk cId="323710708" sldId="319"/>
        </pc:sldMkLst>
        <pc:spChg chg="mod">
          <ac:chgData name="Wang Stephen" userId="2033283f466edd32" providerId="LiveId" clId="{E5E39C6A-5D2C-774B-B793-56457E344DA2}" dt="2019-07-24T03:13:20.366" v="1935" actId="403"/>
          <ac:spMkLst>
            <pc:docMk/>
            <pc:sldMk cId="323710708" sldId="319"/>
            <ac:spMk id="4" creationId="{DDBE1609-01B2-3F45-B43B-E5C623E886C1}"/>
          </ac:spMkLst>
        </pc:spChg>
        <pc:spChg chg="mod">
          <ac:chgData name="Wang Stephen" userId="2033283f466edd32" providerId="LiveId" clId="{E5E39C6A-5D2C-774B-B793-56457E344DA2}" dt="2019-07-24T03:27:10.240" v="2074"/>
          <ac:spMkLst>
            <pc:docMk/>
            <pc:sldMk cId="323710708" sldId="319"/>
            <ac:spMk id="8" creationId="{C4B21C60-9080-4726-AE65-25607AEFC710}"/>
          </ac:spMkLst>
        </pc:spChg>
        <pc:spChg chg="del mod">
          <ac:chgData name="Wang Stephen" userId="2033283f466edd32" providerId="LiveId" clId="{E5E39C6A-5D2C-774B-B793-56457E344DA2}" dt="2019-07-24T03:12:38.845" v="1927"/>
          <ac:spMkLst>
            <pc:docMk/>
            <pc:sldMk cId="323710708" sldId="319"/>
            <ac:spMk id="10" creationId="{4F267BF2-7255-AD4C-963D-6B6AF25DC40F}"/>
          </ac:spMkLst>
        </pc:spChg>
        <pc:picChg chg="add mod">
          <ac:chgData name="Wang Stephen" userId="2033283f466edd32" providerId="LiveId" clId="{E5E39C6A-5D2C-774B-B793-56457E344DA2}" dt="2019-07-24T03:25:20.006" v="2024" actId="1076"/>
          <ac:picMkLst>
            <pc:docMk/>
            <pc:sldMk cId="323710708" sldId="319"/>
            <ac:picMk id="5" creationId="{5680FCD9-0694-EB47-B38A-B5590C13A1DB}"/>
          </ac:picMkLst>
        </pc:picChg>
        <pc:picChg chg="add del mod">
          <ac:chgData name="Wang Stephen" userId="2033283f466edd32" providerId="LiveId" clId="{E5E39C6A-5D2C-774B-B793-56457E344DA2}" dt="2019-07-24T03:24:33.045" v="2019" actId="478"/>
          <ac:picMkLst>
            <pc:docMk/>
            <pc:sldMk cId="323710708" sldId="319"/>
            <ac:picMk id="6" creationId="{38BC29CF-8967-9346-A657-E5779B42450F}"/>
          </ac:picMkLst>
        </pc:picChg>
      </pc:sldChg>
      <pc:sldChg chg="add del">
        <pc:chgData name="Wang Stephen" userId="2033283f466edd32" providerId="LiveId" clId="{E5E39C6A-5D2C-774B-B793-56457E344DA2}" dt="2019-07-24T03:16:56.678" v="2002" actId="2696"/>
        <pc:sldMkLst>
          <pc:docMk/>
          <pc:sldMk cId="514446099" sldId="320"/>
        </pc:sldMkLst>
      </pc:sldChg>
      <pc:sldChg chg="addSp delSp modSp add">
        <pc:chgData name="Wang Stephen" userId="2033283f466edd32" providerId="LiveId" clId="{E5E39C6A-5D2C-774B-B793-56457E344DA2}" dt="2019-07-24T03:28:11.826" v="2079"/>
        <pc:sldMkLst>
          <pc:docMk/>
          <pc:sldMk cId="262917334" sldId="321"/>
        </pc:sldMkLst>
        <pc:spChg chg="add del">
          <ac:chgData name="Wang Stephen" userId="2033283f466edd32" providerId="LiveId" clId="{E5E39C6A-5D2C-774B-B793-56457E344DA2}" dt="2019-07-24T03:28:11.826" v="2079"/>
          <ac:spMkLst>
            <pc:docMk/>
            <pc:sldMk cId="262917334" sldId="321"/>
            <ac:spMk id="2" creationId="{2D27C229-4F7A-654F-972B-4CCFE30915D4}"/>
          </ac:spMkLst>
        </pc:spChg>
        <pc:spChg chg="mod">
          <ac:chgData name="Wang Stephen" userId="2033283f466edd32" providerId="LiveId" clId="{E5E39C6A-5D2C-774B-B793-56457E344DA2}" dt="2019-07-24T03:16:07.573" v="1994" actId="1076"/>
          <ac:spMkLst>
            <pc:docMk/>
            <pc:sldMk cId="262917334" sldId="321"/>
            <ac:spMk id="4" creationId="{DDBE1609-01B2-3F45-B43B-E5C623E886C1}"/>
          </ac:spMkLst>
        </pc:spChg>
        <pc:spChg chg="mod">
          <ac:chgData name="Wang Stephen" userId="2033283f466edd32" providerId="LiveId" clId="{E5E39C6A-5D2C-774B-B793-56457E344DA2}" dt="2019-07-24T03:27:21.629" v="2077"/>
          <ac:spMkLst>
            <pc:docMk/>
            <pc:sldMk cId="262917334" sldId="321"/>
            <ac:spMk id="8" creationId="{C4B21C60-9080-4726-AE65-25607AEFC710}"/>
          </ac:spMkLst>
        </pc:spChg>
        <pc:picChg chg="del">
          <ac:chgData name="Wang Stephen" userId="2033283f466edd32" providerId="LiveId" clId="{E5E39C6A-5D2C-774B-B793-56457E344DA2}" dt="2019-07-24T03:14:19.422" v="1938" actId="478"/>
          <ac:picMkLst>
            <pc:docMk/>
            <pc:sldMk cId="262917334" sldId="321"/>
            <ac:picMk id="6" creationId="{38BC29CF-8967-9346-A657-E5779B42450F}"/>
          </ac:picMkLst>
        </pc:picChg>
        <pc:picChg chg="add mod">
          <ac:chgData name="Wang Stephen" userId="2033283f466edd32" providerId="LiveId" clId="{E5E39C6A-5D2C-774B-B793-56457E344DA2}" dt="2019-07-24T03:16:11.408" v="1995" actId="1076"/>
          <ac:picMkLst>
            <pc:docMk/>
            <pc:sldMk cId="262917334" sldId="321"/>
            <ac:picMk id="7" creationId="{989204F4-DFF1-6E4B-A036-BF3402624674}"/>
          </ac:picMkLst>
        </pc:picChg>
      </pc:sldChg>
      <pc:sldChg chg="add del">
        <pc:chgData name="Wang Stephen" userId="2033283f466edd32" providerId="LiveId" clId="{E5E39C6A-5D2C-774B-B793-56457E344DA2}" dt="2019-07-24T03:17:07.516" v="2004"/>
        <pc:sldMkLst>
          <pc:docMk/>
          <pc:sldMk cId="1678934044" sldId="322"/>
        </pc:sldMkLst>
      </pc:sldChg>
      <pc:sldChg chg="add">
        <pc:chgData name="Wang Stephen" userId="2033283f466edd32" providerId="LiveId" clId="{E5E39C6A-5D2C-774B-B793-56457E344DA2}" dt="2019-07-24T03:28:19.156" v="2080"/>
        <pc:sldMkLst>
          <pc:docMk/>
          <pc:sldMk cId="1790590190" sldId="322"/>
        </pc:sldMkLst>
      </pc:sldChg>
      <pc:sldChg chg="add del">
        <pc:chgData name="Wang Stephen" userId="2033283f466edd32" providerId="LiveId" clId="{E5E39C6A-5D2C-774B-B793-56457E344DA2}" dt="2019-07-24T03:24:36.674" v="2021"/>
        <pc:sldMkLst>
          <pc:docMk/>
          <pc:sldMk cId="3815693062" sldId="322"/>
        </pc:sldMkLst>
      </pc:sldChg>
      <pc:sldChg chg="addSp delSp modSp add ord modAnim">
        <pc:chgData name="Wang Stephen" userId="2033283f466edd32" providerId="LiveId" clId="{E5E39C6A-5D2C-774B-B793-56457E344DA2}" dt="2019-07-24T04:39:19.148" v="2160" actId="1076"/>
        <pc:sldMkLst>
          <pc:docMk/>
          <pc:sldMk cId="195269797" sldId="323"/>
        </pc:sldMkLst>
        <pc:spChg chg="mod">
          <ac:chgData name="Wang Stephen" userId="2033283f466edd32" providerId="LiveId" clId="{E5E39C6A-5D2C-774B-B793-56457E344DA2}" dt="2019-07-24T04:39:19.148" v="2160" actId="1076"/>
          <ac:spMkLst>
            <pc:docMk/>
            <pc:sldMk cId="195269797" sldId="323"/>
            <ac:spMk id="3" creationId="{6E81B776-E19C-5948-8047-89E3CFBB2077}"/>
          </ac:spMkLst>
        </pc:spChg>
        <pc:spChg chg="mod">
          <ac:chgData name="Wang Stephen" userId="2033283f466edd32" providerId="LiveId" clId="{E5E39C6A-5D2C-774B-B793-56457E344DA2}" dt="2019-07-24T04:32:45.177" v="2102" actId="20577"/>
          <ac:spMkLst>
            <pc:docMk/>
            <pc:sldMk cId="195269797" sldId="323"/>
            <ac:spMk id="15" creationId="{7BFD86DE-1DB5-44CA-909F-764A6565EE96}"/>
          </ac:spMkLst>
        </pc:spChg>
        <pc:picChg chg="add del">
          <ac:chgData name="Wang Stephen" userId="2033283f466edd32" providerId="LiveId" clId="{E5E39C6A-5D2C-774B-B793-56457E344DA2}" dt="2019-07-24T04:32:51.306" v="2103" actId="478"/>
          <ac:picMkLst>
            <pc:docMk/>
            <pc:sldMk cId="195269797" sldId="323"/>
            <ac:picMk id="2" creationId="{B5C65E9B-2485-A54E-8E62-BB053B62BD90}"/>
          </ac:picMkLst>
        </pc:picChg>
        <pc:picChg chg="add mod">
          <ac:chgData name="Wang Stephen" userId="2033283f466edd32" providerId="LiveId" clId="{E5E39C6A-5D2C-774B-B793-56457E344DA2}" dt="2019-07-24T04:34:29.129" v="2137" actId="1076"/>
          <ac:picMkLst>
            <pc:docMk/>
            <pc:sldMk cId="195269797" sldId="323"/>
            <ac:picMk id="4" creationId="{3516D87B-6372-8047-BB0E-3812F75A6403}"/>
          </ac:picMkLst>
        </pc:picChg>
      </pc:sldChg>
    </pc:docChg>
  </pc:docChgLst>
  <pc:docChgLst>
    <pc:chgData name="Stephen Wang" userId="2033283f466edd32" providerId="LiveId" clId="{E731BF8A-56E6-49C2-A82F-5D03F6CF3F6E}"/>
    <pc:docChg chg="undo redo custSel addSld delSld modSld sldOrd">
      <pc:chgData name="Stephen Wang" userId="2033283f466edd32" providerId="LiveId" clId="{E731BF8A-56E6-49C2-A82F-5D03F6CF3F6E}" dt="2019-07-25T11:09:04.316" v="2872"/>
      <pc:docMkLst>
        <pc:docMk/>
      </pc:docMkLst>
      <pc:sldChg chg="modSp modTransition">
        <pc:chgData name="Stephen Wang" userId="2033283f466edd32" providerId="LiveId" clId="{E731BF8A-56E6-49C2-A82F-5D03F6CF3F6E}" dt="2019-07-25T03:58:53.448" v="2823"/>
        <pc:sldMkLst>
          <pc:docMk/>
          <pc:sldMk cId="3142967190" sldId="263"/>
        </pc:sldMkLst>
        <pc:spChg chg="mod">
          <ac:chgData name="Stephen Wang" userId="2033283f466edd32" providerId="LiveId" clId="{E731BF8A-56E6-49C2-A82F-5D03F6CF3F6E}" dt="2019-07-23T02:12:34.121" v="134" actId="20577"/>
          <ac:spMkLst>
            <pc:docMk/>
            <pc:sldMk cId="3142967190" sldId="263"/>
            <ac:spMk id="4" creationId="{69C51D9E-F792-4069-A1B7-56FDA6317FEE}"/>
          </ac:spMkLst>
        </pc:spChg>
      </pc:sldChg>
      <pc:sldChg chg="modTransition">
        <pc:chgData name="Stephen Wang" userId="2033283f466edd32" providerId="LiveId" clId="{E731BF8A-56E6-49C2-A82F-5D03F6CF3F6E}" dt="2019-07-25T03:58:53.448" v="2823"/>
        <pc:sldMkLst>
          <pc:docMk/>
          <pc:sldMk cId="547447302" sldId="271"/>
        </pc:sldMkLst>
      </pc:sldChg>
      <pc:sldChg chg="modSp modTransition">
        <pc:chgData name="Stephen Wang" userId="2033283f466edd32" providerId="LiveId" clId="{E731BF8A-56E6-49C2-A82F-5D03F6CF3F6E}" dt="2019-07-25T03:59:00.985" v="2824"/>
        <pc:sldMkLst>
          <pc:docMk/>
          <pc:sldMk cId="3745752722" sldId="272"/>
        </pc:sldMkLst>
        <pc:spChg chg="mod">
          <ac:chgData name="Stephen Wang" userId="2033283f466edd32" providerId="LiveId" clId="{E731BF8A-56E6-49C2-A82F-5D03F6CF3F6E}" dt="2019-07-23T02:05:50.846" v="79" actId="20577"/>
          <ac:spMkLst>
            <pc:docMk/>
            <pc:sldMk cId="3745752722" sldId="272"/>
            <ac:spMk id="11" creationId="{02DE64EB-6651-40E1-94BC-1E4AF0E80B5C}"/>
          </ac:spMkLst>
        </pc:spChg>
      </pc:sldChg>
      <pc:sldChg chg="modSp modTransition">
        <pc:chgData name="Stephen Wang" userId="2033283f466edd32" providerId="LiveId" clId="{E731BF8A-56E6-49C2-A82F-5D03F6CF3F6E}" dt="2019-07-25T03:58:30.869" v="2822"/>
        <pc:sldMkLst>
          <pc:docMk/>
          <pc:sldMk cId="1060494695" sldId="273"/>
        </pc:sldMkLst>
        <pc:spChg chg="mod">
          <ac:chgData name="Stephen Wang" userId="2033283f466edd32" providerId="LiveId" clId="{E731BF8A-56E6-49C2-A82F-5D03F6CF3F6E}" dt="2019-07-23T02:06:23.157" v="87" actId="20577"/>
          <ac:spMkLst>
            <pc:docMk/>
            <pc:sldMk cId="1060494695" sldId="273"/>
            <ac:spMk id="10" creationId="{00000000-0000-0000-0000-000000000000}"/>
          </ac:spMkLst>
        </pc:spChg>
        <pc:spChg chg="mod">
          <ac:chgData name="Stephen Wang" userId="2033283f466edd32" providerId="LiveId" clId="{E731BF8A-56E6-49C2-A82F-5D03F6CF3F6E}" dt="2019-07-23T02:07:03.419" v="114" actId="20577"/>
          <ac:spMkLst>
            <pc:docMk/>
            <pc:sldMk cId="1060494695" sldId="273"/>
            <ac:spMk id="38" creationId="{7FDA5153-D6E8-4A90-B298-F985DB716F2B}"/>
          </ac:spMkLst>
        </pc:spChg>
      </pc:sldChg>
      <pc:sldChg chg="addSp delSp modSp add ord modTransition">
        <pc:chgData name="Stephen Wang" userId="2033283f466edd32" providerId="LiveId" clId="{E731BF8A-56E6-49C2-A82F-5D03F6CF3F6E}" dt="2019-07-25T03:58:30.869" v="2822"/>
        <pc:sldMkLst>
          <pc:docMk/>
          <pc:sldMk cId="2503680912" sldId="274"/>
        </pc:sldMkLst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2" creationId="{DE5DEBBE-5D0E-4F58-AF17-0CD9798D96A4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3" creationId="{D2DD83F9-C7BA-4A8C-8629-A9584171D07A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4" creationId="{2A76C57B-11F1-4545-AE8C-69717C3EE369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5" creationId="{54A17818-9831-42A5-989F-C8459A5261F8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6" creationId="{D2EA5E60-5025-4D6E-802E-1A5213A6942D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7" creationId="{522AD795-5B1D-48D1-B1C2-C382B2C624BE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8" creationId="{2865DC07-EDF4-428D-AD20-BD070AE8C797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9" creationId="{CC254F31-99E8-408D-8084-DD65EF9C8C41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10" creationId="{88AB7DAB-6775-407D-9340-41AC42D8095E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11" creationId="{A40FE7CE-26E2-4517-A6FC-3679106975E4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12" creationId="{A8114B47-4592-4FE0-94FF-4E76152701C9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13" creationId="{9D0BED40-124E-495E-B7BE-2236D012EF5C}"/>
          </ac:spMkLst>
        </pc:spChg>
        <pc:spChg chg="del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14" creationId="{CA25C684-ADB5-4BCD-A066-2BBEA0A96E36}"/>
          </ac:spMkLst>
        </pc:spChg>
        <pc:spChg chg="add mod">
          <ac:chgData name="Stephen Wang" userId="2033283f466edd32" providerId="LiveId" clId="{E731BF8A-56E6-49C2-A82F-5D03F6CF3F6E}" dt="2019-07-23T02:12:10.450" v="126"/>
          <ac:spMkLst>
            <pc:docMk/>
            <pc:sldMk cId="2503680912" sldId="274"/>
            <ac:spMk id="15" creationId="{7BFD86DE-1DB5-44CA-909F-764A6565EE96}"/>
          </ac:spMkLst>
        </pc:spChg>
        <pc:spChg chg="add del mod">
          <ac:chgData name="Stephen Wang" userId="2033283f466edd32" providerId="LiveId" clId="{E731BF8A-56E6-49C2-A82F-5D03F6CF3F6E}" dt="2019-07-23T06:00:38.205" v="1851" actId="1076"/>
          <ac:spMkLst>
            <pc:docMk/>
            <pc:sldMk cId="2503680912" sldId="274"/>
            <ac:spMk id="16" creationId="{AC81E170-56DC-47A3-9F17-0C1F3876C276}"/>
          </ac:spMkLst>
        </pc:spChg>
        <pc:spChg chg="add del mod">
          <ac:chgData name="Stephen Wang" userId="2033283f466edd32" providerId="LiveId" clId="{E731BF8A-56E6-49C2-A82F-5D03F6CF3F6E}" dt="2019-07-23T06:00:24.468" v="1848"/>
          <ac:spMkLst>
            <pc:docMk/>
            <pc:sldMk cId="2503680912" sldId="274"/>
            <ac:spMk id="17" creationId="{DBF5740A-884F-4372-82B9-AE0CF0BC6608}"/>
          </ac:spMkLst>
        </pc:spChg>
        <pc:picChg chg="add del mod">
          <ac:chgData name="Stephen Wang" userId="2033283f466edd32" providerId="LiveId" clId="{E731BF8A-56E6-49C2-A82F-5D03F6CF3F6E}" dt="2019-07-23T06:00:43.375" v="1852" actId="1076"/>
          <ac:picMkLst>
            <pc:docMk/>
            <pc:sldMk cId="2503680912" sldId="274"/>
            <ac:picMk id="2" creationId="{5EC35BFB-0EF5-654A-8D80-877DE4D2C09E}"/>
          </ac:picMkLst>
        </pc:picChg>
        <pc:picChg chg="add del mod">
          <ac:chgData name="Stephen Wang" userId="2033283f466edd32" providerId="LiveId" clId="{E731BF8A-56E6-49C2-A82F-5D03F6CF3F6E}" dt="2019-07-23T06:00:22.685" v="1846"/>
          <ac:picMkLst>
            <pc:docMk/>
            <pc:sldMk cId="2503680912" sldId="274"/>
            <ac:picMk id="18" creationId="{4C084F50-58EF-4799-8A51-837F7E0142F0}"/>
          </ac:picMkLst>
        </pc:picChg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1081913446" sldId="275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3762323427" sldId="276"/>
        </pc:sldMkLst>
      </pc:sldChg>
      <pc:sldChg chg="modTransition">
        <pc:chgData name="Stephen Wang" userId="2033283f466edd32" providerId="LiveId" clId="{E731BF8A-56E6-49C2-A82F-5D03F6CF3F6E}" dt="2019-07-25T11:06:02.180" v="2865"/>
        <pc:sldMkLst>
          <pc:docMk/>
          <pc:sldMk cId="2092038457" sldId="277"/>
        </pc:sldMkLst>
      </pc:sldChg>
      <pc:sldChg chg="modTransition">
        <pc:chgData name="Stephen Wang" userId="2033283f466edd32" providerId="LiveId" clId="{E731BF8A-56E6-49C2-A82F-5D03F6CF3F6E}" dt="2019-07-25T11:06:02.180" v="2865"/>
        <pc:sldMkLst>
          <pc:docMk/>
          <pc:sldMk cId="14170940" sldId="278"/>
        </pc:sldMkLst>
      </pc:sldChg>
      <pc:sldChg chg="modTransition">
        <pc:chgData name="Stephen Wang" userId="2033283f466edd32" providerId="LiveId" clId="{E731BF8A-56E6-49C2-A82F-5D03F6CF3F6E}" dt="2019-07-25T11:06:02.180" v="2865"/>
        <pc:sldMkLst>
          <pc:docMk/>
          <pc:sldMk cId="1566815327" sldId="279"/>
        </pc:sldMkLst>
      </pc:sldChg>
      <pc:sldChg chg="modTransition">
        <pc:chgData name="Stephen Wang" userId="2033283f466edd32" providerId="LiveId" clId="{E731BF8A-56E6-49C2-A82F-5D03F6CF3F6E}" dt="2019-07-25T11:06:02.180" v="2865"/>
        <pc:sldMkLst>
          <pc:docMk/>
          <pc:sldMk cId="2607259944" sldId="280"/>
        </pc:sldMkLst>
      </pc:sldChg>
      <pc:sldChg chg="modTransition">
        <pc:chgData name="Stephen Wang" userId="2033283f466edd32" providerId="LiveId" clId="{E731BF8A-56E6-49C2-A82F-5D03F6CF3F6E}" dt="2019-07-25T11:06:02.180" v="2865"/>
        <pc:sldMkLst>
          <pc:docMk/>
          <pc:sldMk cId="1953735406" sldId="281"/>
        </pc:sldMkLst>
      </pc:sldChg>
      <pc:sldChg chg="modTransition">
        <pc:chgData name="Stephen Wang" userId="2033283f466edd32" providerId="LiveId" clId="{E731BF8A-56E6-49C2-A82F-5D03F6CF3F6E}" dt="2019-07-25T11:06:02.180" v="2865"/>
        <pc:sldMkLst>
          <pc:docMk/>
          <pc:sldMk cId="1082752779" sldId="282"/>
        </pc:sldMkLst>
      </pc:sldChg>
      <pc:sldChg chg="modTransition">
        <pc:chgData name="Stephen Wang" userId="2033283f466edd32" providerId="LiveId" clId="{E731BF8A-56E6-49C2-A82F-5D03F6CF3F6E}" dt="2019-07-25T03:58:53.448" v="2823"/>
        <pc:sldMkLst>
          <pc:docMk/>
          <pc:sldMk cId="2166774290" sldId="283"/>
        </pc:sldMkLst>
      </pc:sldChg>
      <pc:sldChg chg="modTransition">
        <pc:chgData name="Stephen Wang" userId="2033283f466edd32" providerId="LiveId" clId="{E731BF8A-56E6-49C2-A82F-5D03F6CF3F6E}" dt="2019-07-25T11:06:08.615" v="2866"/>
        <pc:sldMkLst>
          <pc:docMk/>
          <pc:sldMk cId="2786341130" sldId="284"/>
        </pc:sldMkLst>
      </pc:sldChg>
      <pc:sldChg chg="modSp modTransition">
        <pc:chgData name="Stephen Wang" userId="2033283f466edd32" providerId="LiveId" clId="{E731BF8A-56E6-49C2-A82F-5D03F6CF3F6E}" dt="2019-07-25T03:58:30.869" v="2822"/>
        <pc:sldMkLst>
          <pc:docMk/>
          <pc:sldMk cId="2998199399" sldId="285"/>
        </pc:sldMkLst>
        <pc:spChg chg="mod">
          <ac:chgData name="Stephen Wang" userId="2033283f466edd32" providerId="LiveId" clId="{E731BF8A-56E6-49C2-A82F-5D03F6CF3F6E}" dt="2019-07-23T04:52:28.311" v="170" actId="1037"/>
          <ac:spMkLst>
            <pc:docMk/>
            <pc:sldMk cId="2998199399" sldId="285"/>
            <ac:spMk id="11" creationId="{B4D7A2C1-AE2A-6646-B902-9A00A1E172A7}"/>
          </ac:spMkLst>
        </pc:spChg>
        <pc:spChg chg="mod">
          <ac:chgData name="Stephen Wang" userId="2033283f466edd32" providerId="LiveId" clId="{E731BF8A-56E6-49C2-A82F-5D03F6CF3F6E}" dt="2019-07-23T04:52:49.957" v="230" actId="20577"/>
          <ac:spMkLst>
            <pc:docMk/>
            <pc:sldMk cId="2998199399" sldId="285"/>
            <ac:spMk id="15" creationId="{7BFD86DE-1DB5-44CA-909F-764A6565EE96}"/>
          </ac:spMkLst>
        </pc:spChg>
      </pc:sldChg>
      <pc:sldChg chg="modSp modTransition">
        <pc:chgData name="Stephen Wang" userId="2033283f466edd32" providerId="LiveId" clId="{E731BF8A-56E6-49C2-A82F-5D03F6CF3F6E}" dt="2019-07-25T03:58:53.448" v="2823"/>
        <pc:sldMkLst>
          <pc:docMk/>
          <pc:sldMk cId="1874364921" sldId="286"/>
        </pc:sldMkLst>
        <pc:spChg chg="mod">
          <ac:chgData name="Stephen Wang" userId="2033283f466edd32" providerId="LiveId" clId="{E731BF8A-56E6-49C2-A82F-5D03F6CF3F6E}" dt="2019-07-23T04:53:23.891" v="246" actId="20577"/>
          <ac:spMkLst>
            <pc:docMk/>
            <pc:sldMk cId="1874364921" sldId="286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E731BF8A-56E6-49C2-A82F-5D03F6CF3F6E}" dt="2019-07-25T03:58:30.869" v="2822"/>
        <pc:sldMkLst>
          <pc:docMk/>
          <pc:sldMk cId="767509415" sldId="287"/>
        </pc:sldMkLst>
        <pc:spChg chg="del">
          <ac:chgData name="Stephen Wang" userId="2033283f466edd32" providerId="LiveId" clId="{E731BF8A-56E6-49C2-A82F-5D03F6CF3F6E}" dt="2019-07-23T04:53:35.919" v="248"/>
          <ac:spMkLst>
            <pc:docMk/>
            <pc:sldMk cId="767509415" sldId="287"/>
            <ac:spMk id="2" creationId="{0EA0C8FE-19C8-4F88-B05B-A992E567AA26}"/>
          </ac:spMkLst>
        </pc:spChg>
        <pc:spChg chg="del">
          <ac:chgData name="Stephen Wang" userId="2033283f466edd32" providerId="LiveId" clId="{E731BF8A-56E6-49C2-A82F-5D03F6CF3F6E}" dt="2019-07-23T04:53:35.919" v="248"/>
          <ac:spMkLst>
            <pc:docMk/>
            <pc:sldMk cId="767509415" sldId="287"/>
            <ac:spMk id="4" creationId="{E26C6783-6C8D-478F-9722-A9B840A58433}"/>
          </ac:spMkLst>
        </pc:spChg>
        <pc:spChg chg="del">
          <ac:chgData name="Stephen Wang" userId="2033283f466edd32" providerId="LiveId" clId="{E731BF8A-56E6-49C2-A82F-5D03F6CF3F6E}" dt="2019-07-23T04:53:35.919" v="248"/>
          <ac:spMkLst>
            <pc:docMk/>
            <pc:sldMk cId="767509415" sldId="287"/>
            <ac:spMk id="5" creationId="{82E827A3-DEF4-4B45-A805-376E2C5AAA43}"/>
          </ac:spMkLst>
        </pc:spChg>
        <pc:spChg chg="del">
          <ac:chgData name="Stephen Wang" userId="2033283f466edd32" providerId="LiveId" clId="{E731BF8A-56E6-49C2-A82F-5D03F6CF3F6E}" dt="2019-07-23T04:53:35.919" v="248"/>
          <ac:spMkLst>
            <pc:docMk/>
            <pc:sldMk cId="767509415" sldId="287"/>
            <ac:spMk id="6" creationId="{2B6B7412-CC58-48E1-82D2-E5E873C52628}"/>
          </ac:spMkLst>
        </pc:spChg>
        <pc:spChg chg="del">
          <ac:chgData name="Stephen Wang" userId="2033283f466edd32" providerId="LiveId" clId="{E731BF8A-56E6-49C2-A82F-5D03F6CF3F6E}" dt="2019-07-23T04:53:35.919" v="248"/>
          <ac:spMkLst>
            <pc:docMk/>
            <pc:sldMk cId="767509415" sldId="287"/>
            <ac:spMk id="7" creationId="{8F15CF16-E4F9-48F1-A9EE-9E7FF2FFA6FB}"/>
          </ac:spMkLst>
        </pc:spChg>
        <pc:spChg chg="add mod">
          <ac:chgData name="Stephen Wang" userId="2033283f466edd32" providerId="LiveId" clId="{E731BF8A-56E6-49C2-A82F-5D03F6CF3F6E}" dt="2019-07-23T04:54:24.990" v="308" actId="20577"/>
          <ac:spMkLst>
            <pc:docMk/>
            <pc:sldMk cId="767509415" sldId="287"/>
            <ac:spMk id="8" creationId="{C4B21C60-9080-4726-AE65-25607AEFC710}"/>
          </ac:spMkLst>
        </pc:spChg>
        <pc:spChg chg="add del mod">
          <ac:chgData name="Stephen Wang" userId="2033283f466edd32" providerId="LiveId" clId="{E731BF8A-56E6-49C2-A82F-5D03F6CF3F6E}" dt="2019-07-23T04:55:44.023" v="309"/>
          <ac:spMkLst>
            <pc:docMk/>
            <pc:sldMk cId="767509415" sldId="287"/>
            <ac:spMk id="9" creationId="{DA6FA561-CE77-41B3-81F0-DD0081852E1C}"/>
          </ac:spMkLst>
        </pc:spChg>
        <pc:spChg chg="add mod">
          <ac:chgData name="Stephen Wang" userId="2033283f466edd32" providerId="LiveId" clId="{E731BF8A-56E6-49C2-A82F-5D03F6CF3F6E}" dt="2019-07-23T04:58:02.667" v="497" actId="1076"/>
          <ac:spMkLst>
            <pc:docMk/>
            <pc:sldMk cId="767509415" sldId="287"/>
            <ac:spMk id="10" creationId="{59FA6127-C0A8-42CB-977A-47BCBF1AD682}"/>
          </ac:spMkLst>
        </pc:spChg>
        <pc:spChg chg="add del">
          <ac:chgData name="Stephen Wang" userId="2033283f466edd32" providerId="LiveId" clId="{E731BF8A-56E6-49C2-A82F-5D03F6CF3F6E}" dt="2019-07-23T04:58:12.399" v="500"/>
          <ac:spMkLst>
            <pc:docMk/>
            <pc:sldMk cId="767509415" sldId="287"/>
            <ac:spMk id="12" creationId="{BC5AD187-397B-4FAE-A593-42BA6B480BC8}"/>
          </ac:spMkLst>
        </pc:spChg>
        <pc:spChg chg="add del">
          <ac:chgData name="Stephen Wang" userId="2033283f466edd32" providerId="LiveId" clId="{E731BF8A-56E6-49C2-A82F-5D03F6CF3F6E}" dt="2019-07-23T04:58:15.273" v="502"/>
          <ac:spMkLst>
            <pc:docMk/>
            <pc:sldMk cId="767509415" sldId="287"/>
            <ac:spMk id="13" creationId="{FF171828-AB94-4150-8BB9-155F32F540CF}"/>
          </ac:spMkLst>
        </pc:spChg>
        <pc:picChg chg="add mod">
          <ac:chgData name="Stephen Wang" userId="2033283f466edd32" providerId="LiveId" clId="{E731BF8A-56E6-49C2-A82F-5D03F6CF3F6E}" dt="2019-07-23T04:58:04.427" v="498" actId="1076"/>
          <ac:picMkLst>
            <pc:docMk/>
            <pc:sldMk cId="767509415" sldId="287"/>
            <ac:picMk id="11" creationId="{6987EAE7-0546-4AB4-88E3-C8F71222AD3B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57.953" v="2869"/>
        <pc:sldMkLst>
          <pc:docMk/>
          <pc:sldMk cId="1105392420" sldId="288"/>
        </pc:sldMkLst>
        <pc:spChg chg="add del mod">
          <ac:chgData name="Stephen Wang" userId="2033283f466edd32" providerId="LiveId" clId="{E731BF8A-56E6-49C2-A82F-5D03F6CF3F6E}" dt="2019-07-23T04:59:40.886" v="505"/>
          <ac:spMkLst>
            <pc:docMk/>
            <pc:sldMk cId="1105392420" sldId="288"/>
            <ac:spMk id="4" creationId="{489D69ED-0BBE-407B-8783-7AD68EF8A3A3}"/>
          </ac:spMkLst>
        </pc:spChg>
        <pc:spChg chg="add mod">
          <ac:chgData name="Stephen Wang" userId="2033283f466edd32" providerId="LiveId" clId="{E731BF8A-56E6-49C2-A82F-5D03F6CF3F6E}" dt="2019-07-23T05:01:41.222" v="558" actId="14100"/>
          <ac:spMkLst>
            <pc:docMk/>
            <pc:sldMk cId="1105392420" sldId="288"/>
            <ac:spMk id="9" creationId="{7328CEF4-4EFD-4EEC-A1BD-F61D332E912F}"/>
          </ac:spMkLst>
        </pc:spChg>
        <pc:spChg chg="mod">
          <ac:chgData name="Stephen Wang" userId="2033283f466edd32" providerId="LiveId" clId="{E731BF8A-56E6-49C2-A82F-5D03F6CF3F6E}" dt="2019-07-23T05:00:23.832" v="551" actId="1076"/>
          <ac:spMkLst>
            <pc:docMk/>
            <pc:sldMk cId="1105392420" sldId="288"/>
            <ac:spMk id="10" creationId="{59FA6127-C0A8-42CB-977A-47BCBF1AD682}"/>
          </ac:spMkLst>
        </pc:spChg>
        <pc:picChg chg="add mod">
          <ac:chgData name="Stephen Wang" userId="2033283f466edd32" providerId="LiveId" clId="{E731BF8A-56E6-49C2-A82F-5D03F6CF3F6E}" dt="2019-07-23T04:59:40.886" v="505"/>
          <ac:picMkLst>
            <pc:docMk/>
            <pc:sldMk cId="1105392420" sldId="288"/>
            <ac:picMk id="5" creationId="{E100EC5B-777A-4926-8C30-65179E9D4C28}"/>
          </ac:picMkLst>
        </pc:picChg>
        <pc:picChg chg="del">
          <ac:chgData name="Stephen Wang" userId="2033283f466edd32" providerId="LiveId" clId="{E731BF8A-56E6-49C2-A82F-5D03F6CF3F6E}" dt="2019-07-23T04:59:38.418" v="504" actId="478"/>
          <ac:picMkLst>
            <pc:docMk/>
            <pc:sldMk cId="1105392420" sldId="288"/>
            <ac:picMk id="11" creationId="{6987EAE7-0546-4AB4-88E3-C8F71222AD3B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57.953" v="2869"/>
        <pc:sldMkLst>
          <pc:docMk/>
          <pc:sldMk cId="2221774709" sldId="289"/>
        </pc:sldMkLst>
        <pc:spChg chg="add del mod">
          <ac:chgData name="Stephen Wang" userId="2033283f466edd32" providerId="LiveId" clId="{E731BF8A-56E6-49C2-A82F-5D03F6CF3F6E}" dt="2019-07-23T05:05:20.469" v="561"/>
          <ac:spMkLst>
            <pc:docMk/>
            <pc:sldMk cId="2221774709" sldId="289"/>
            <ac:spMk id="4" creationId="{BA4E1AF2-A9FF-447F-B510-6E84D1D340AC}"/>
          </ac:spMkLst>
        </pc:spChg>
        <pc:spChg chg="del">
          <ac:chgData name="Stephen Wang" userId="2033283f466edd32" providerId="LiveId" clId="{E731BF8A-56E6-49C2-A82F-5D03F6CF3F6E}" dt="2019-07-23T05:05:18.311" v="560" actId="478"/>
          <ac:spMkLst>
            <pc:docMk/>
            <pc:sldMk cId="2221774709" sldId="289"/>
            <ac:spMk id="9" creationId="{7328CEF4-4EFD-4EEC-A1BD-F61D332E912F}"/>
          </ac:spMkLst>
        </pc:spChg>
        <pc:spChg chg="mod">
          <ac:chgData name="Stephen Wang" userId="2033283f466edd32" providerId="LiveId" clId="{E731BF8A-56E6-49C2-A82F-5D03F6CF3F6E}" dt="2019-07-23T05:06:28.045" v="638" actId="1076"/>
          <ac:spMkLst>
            <pc:docMk/>
            <pc:sldMk cId="2221774709" sldId="289"/>
            <ac:spMk id="10" creationId="{59FA6127-C0A8-42CB-977A-47BCBF1AD682}"/>
          </ac:spMkLst>
        </pc:spChg>
        <pc:spChg chg="add mod">
          <ac:chgData name="Stephen Wang" userId="2033283f466edd32" providerId="LiveId" clId="{E731BF8A-56E6-49C2-A82F-5D03F6CF3F6E}" dt="2019-07-23T05:05:33.260" v="564" actId="14100"/>
          <ac:spMkLst>
            <pc:docMk/>
            <pc:sldMk cId="2221774709" sldId="289"/>
            <ac:spMk id="11" creationId="{8E7A07EF-93A0-490A-97F7-36D051CF7A9F}"/>
          </ac:spMkLst>
        </pc:spChg>
        <pc:spChg chg="add mod">
          <ac:chgData name="Stephen Wang" userId="2033283f466edd32" providerId="LiveId" clId="{E731BF8A-56E6-49C2-A82F-5D03F6CF3F6E}" dt="2019-07-23T05:05:43.738" v="567" actId="14100"/>
          <ac:spMkLst>
            <pc:docMk/>
            <pc:sldMk cId="2221774709" sldId="289"/>
            <ac:spMk id="12" creationId="{FDFDAC6B-267D-4B29-9AFF-7544B5D06EE0}"/>
          </ac:spMkLst>
        </pc:spChg>
        <pc:spChg chg="add del">
          <ac:chgData name="Stephen Wang" userId="2033283f466edd32" providerId="LiveId" clId="{E731BF8A-56E6-49C2-A82F-5D03F6CF3F6E}" dt="2019-07-23T05:06:32.173" v="640"/>
          <ac:spMkLst>
            <pc:docMk/>
            <pc:sldMk cId="2221774709" sldId="289"/>
            <ac:spMk id="13" creationId="{090A4B5B-464F-4AF1-94D2-A486A218FB1F}"/>
          </ac:spMkLst>
        </pc:spChg>
        <pc:picChg chg="del">
          <ac:chgData name="Stephen Wang" userId="2033283f466edd32" providerId="LiveId" clId="{E731BF8A-56E6-49C2-A82F-5D03F6CF3F6E}" dt="2019-07-23T05:05:18.311" v="560" actId="478"/>
          <ac:picMkLst>
            <pc:docMk/>
            <pc:sldMk cId="2221774709" sldId="289"/>
            <ac:picMk id="5" creationId="{E100EC5B-777A-4926-8C30-65179E9D4C28}"/>
          </ac:picMkLst>
        </pc:picChg>
        <pc:picChg chg="add mod">
          <ac:chgData name="Stephen Wang" userId="2033283f466edd32" providerId="LiveId" clId="{E731BF8A-56E6-49C2-A82F-5D03F6CF3F6E}" dt="2019-07-23T05:05:20.469" v="561"/>
          <ac:picMkLst>
            <pc:docMk/>
            <pc:sldMk cId="2221774709" sldId="289"/>
            <ac:picMk id="6" creationId="{8BB4C725-5EC8-431C-9ABF-8DDF07B0377B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57.953" v="2869"/>
        <pc:sldMkLst>
          <pc:docMk/>
          <pc:sldMk cId="917224257" sldId="290"/>
        </pc:sldMkLst>
        <pc:spChg chg="add del mod">
          <ac:chgData name="Stephen Wang" userId="2033283f466edd32" providerId="LiveId" clId="{E731BF8A-56E6-49C2-A82F-5D03F6CF3F6E}" dt="2019-07-23T05:07:05.870" v="643"/>
          <ac:spMkLst>
            <pc:docMk/>
            <pc:sldMk cId="917224257" sldId="290"/>
            <ac:spMk id="4" creationId="{1DCFE6D5-B590-4961-A32D-55878ABD1158}"/>
          </ac:spMkLst>
        </pc:spChg>
        <pc:spChg chg="mod">
          <ac:chgData name="Stephen Wang" userId="2033283f466edd32" providerId="LiveId" clId="{E731BF8A-56E6-49C2-A82F-5D03F6CF3F6E}" dt="2019-07-23T05:08:04.534" v="745" actId="20577"/>
          <ac:spMkLst>
            <pc:docMk/>
            <pc:sldMk cId="917224257" sldId="290"/>
            <ac:spMk id="10" creationId="{59FA6127-C0A8-42CB-977A-47BCBF1AD682}"/>
          </ac:spMkLst>
        </pc:spChg>
        <pc:spChg chg="del">
          <ac:chgData name="Stephen Wang" userId="2033283f466edd32" providerId="LiveId" clId="{E731BF8A-56E6-49C2-A82F-5D03F6CF3F6E}" dt="2019-07-23T05:07:04.628" v="642" actId="478"/>
          <ac:spMkLst>
            <pc:docMk/>
            <pc:sldMk cId="917224257" sldId="290"/>
            <ac:spMk id="11" creationId="{8E7A07EF-93A0-490A-97F7-36D051CF7A9F}"/>
          </ac:spMkLst>
        </pc:spChg>
        <pc:spChg chg="del">
          <ac:chgData name="Stephen Wang" userId="2033283f466edd32" providerId="LiveId" clId="{E731BF8A-56E6-49C2-A82F-5D03F6CF3F6E}" dt="2019-07-23T05:07:04.628" v="642" actId="478"/>
          <ac:spMkLst>
            <pc:docMk/>
            <pc:sldMk cId="917224257" sldId="290"/>
            <ac:spMk id="12" creationId="{FDFDAC6B-267D-4B29-9AFF-7544B5D06EE0}"/>
          </ac:spMkLst>
        </pc:spChg>
        <pc:picChg chg="add mod">
          <ac:chgData name="Stephen Wang" userId="2033283f466edd32" providerId="LiveId" clId="{E731BF8A-56E6-49C2-A82F-5D03F6CF3F6E}" dt="2019-07-23T05:07:05.870" v="643"/>
          <ac:picMkLst>
            <pc:docMk/>
            <pc:sldMk cId="917224257" sldId="290"/>
            <ac:picMk id="5" creationId="{DB21FBB9-8D4A-4727-A57B-7A289D8E9147}"/>
          </ac:picMkLst>
        </pc:picChg>
        <pc:picChg chg="del">
          <ac:chgData name="Stephen Wang" userId="2033283f466edd32" providerId="LiveId" clId="{E731BF8A-56E6-49C2-A82F-5D03F6CF3F6E}" dt="2019-07-23T05:07:04.628" v="642" actId="478"/>
          <ac:picMkLst>
            <pc:docMk/>
            <pc:sldMk cId="917224257" sldId="290"/>
            <ac:picMk id="6" creationId="{8BB4C725-5EC8-431C-9ABF-8DDF07B0377B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57.953" v="2869"/>
        <pc:sldMkLst>
          <pc:docMk/>
          <pc:sldMk cId="2656423266" sldId="291"/>
        </pc:sldMkLst>
        <pc:spChg chg="add del mod">
          <ac:chgData name="Stephen Wang" userId="2033283f466edd32" providerId="LiveId" clId="{E731BF8A-56E6-49C2-A82F-5D03F6CF3F6E}" dt="2019-07-23T05:09:15.512" v="748"/>
          <ac:spMkLst>
            <pc:docMk/>
            <pc:sldMk cId="2656423266" sldId="291"/>
            <ac:spMk id="4" creationId="{DC3DB628-9DD6-4263-AC61-04E2A7587B18}"/>
          </ac:spMkLst>
        </pc:spChg>
        <pc:spChg chg="add del mod">
          <ac:chgData name="Stephen Wang" userId="2033283f466edd32" providerId="LiveId" clId="{E731BF8A-56E6-49C2-A82F-5D03F6CF3F6E}" dt="2019-07-23T05:10:15.717" v="750"/>
          <ac:spMkLst>
            <pc:docMk/>
            <pc:sldMk cId="2656423266" sldId="291"/>
            <ac:spMk id="9" creationId="{1AF138BC-08E6-4FD6-AFF0-4579A753F75E}"/>
          </ac:spMkLst>
        </pc:spChg>
        <pc:spChg chg="add mod">
          <ac:chgData name="Stephen Wang" userId="2033283f466edd32" providerId="LiveId" clId="{E731BF8A-56E6-49C2-A82F-5D03F6CF3F6E}" dt="2019-07-23T05:10:37.502" v="757" actId="1076"/>
          <ac:spMkLst>
            <pc:docMk/>
            <pc:sldMk cId="2656423266" sldId="291"/>
            <ac:spMk id="12" creationId="{42FDE9FD-B982-4EB2-9530-7C52BE7DDB19}"/>
          </ac:spMkLst>
        </pc:spChg>
        <pc:spChg chg="add mod">
          <ac:chgData name="Stephen Wang" userId="2033283f466edd32" providerId="LiveId" clId="{E731BF8A-56E6-49C2-A82F-5D03F6CF3F6E}" dt="2019-07-23T05:10:48.447" v="761" actId="1076"/>
          <ac:spMkLst>
            <pc:docMk/>
            <pc:sldMk cId="2656423266" sldId="291"/>
            <ac:spMk id="13" creationId="{594D3942-9D28-44E9-B3C0-879C8B32594B}"/>
          </ac:spMkLst>
        </pc:spChg>
        <pc:picChg chg="del">
          <ac:chgData name="Stephen Wang" userId="2033283f466edd32" providerId="LiveId" clId="{E731BF8A-56E6-49C2-A82F-5D03F6CF3F6E}" dt="2019-07-23T05:09:13.993" v="747" actId="478"/>
          <ac:picMkLst>
            <pc:docMk/>
            <pc:sldMk cId="2656423266" sldId="291"/>
            <ac:picMk id="5" creationId="{DB21FBB9-8D4A-4727-A57B-7A289D8E9147}"/>
          </ac:picMkLst>
        </pc:picChg>
        <pc:picChg chg="add del mod">
          <ac:chgData name="Stephen Wang" userId="2033283f466edd32" providerId="LiveId" clId="{E731BF8A-56E6-49C2-A82F-5D03F6CF3F6E}" dt="2019-07-23T05:09:27.814" v="749" actId="478"/>
          <ac:picMkLst>
            <pc:docMk/>
            <pc:sldMk cId="2656423266" sldId="291"/>
            <ac:picMk id="6" creationId="{6C23120A-A6BD-4282-A0AA-1B03D977AD6A}"/>
          </ac:picMkLst>
        </pc:picChg>
        <pc:picChg chg="add mod">
          <ac:chgData name="Stephen Wang" userId="2033283f466edd32" providerId="LiveId" clId="{E731BF8A-56E6-49C2-A82F-5D03F6CF3F6E}" dt="2019-07-23T05:10:15.717" v="750"/>
          <ac:picMkLst>
            <pc:docMk/>
            <pc:sldMk cId="2656423266" sldId="291"/>
            <ac:picMk id="11" creationId="{6C8BAA9E-DFFA-4BAB-A1A9-5B247E40BA75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57.953" v="2869"/>
        <pc:sldMkLst>
          <pc:docMk/>
          <pc:sldMk cId="1795325246" sldId="292"/>
        </pc:sldMkLst>
        <pc:spChg chg="add del mod">
          <ac:chgData name="Stephen Wang" userId="2033283f466edd32" providerId="LiveId" clId="{E731BF8A-56E6-49C2-A82F-5D03F6CF3F6E}" dt="2019-07-23T05:11:12.296" v="764"/>
          <ac:spMkLst>
            <pc:docMk/>
            <pc:sldMk cId="1795325246" sldId="292"/>
            <ac:spMk id="4" creationId="{DA114ED9-0649-4850-A9EB-670300937F74}"/>
          </ac:spMkLst>
        </pc:spChg>
        <pc:spChg chg="add mod">
          <ac:chgData name="Stephen Wang" userId="2033283f466edd32" providerId="LiveId" clId="{E731BF8A-56E6-49C2-A82F-5D03F6CF3F6E}" dt="2019-07-23T05:12:16.579" v="852" actId="14100"/>
          <ac:spMkLst>
            <pc:docMk/>
            <pc:sldMk cId="1795325246" sldId="292"/>
            <ac:spMk id="9" creationId="{6BAB537A-216B-468F-816D-1CA55CADAB4C}"/>
          </ac:spMkLst>
        </pc:spChg>
        <pc:spChg chg="mod">
          <ac:chgData name="Stephen Wang" userId="2033283f466edd32" providerId="LiveId" clId="{E731BF8A-56E6-49C2-A82F-5D03F6CF3F6E}" dt="2019-07-23T05:12:01.232" v="849" actId="113"/>
          <ac:spMkLst>
            <pc:docMk/>
            <pc:sldMk cId="1795325246" sldId="292"/>
            <ac:spMk id="10" creationId="{59FA6127-C0A8-42CB-977A-47BCBF1AD682}"/>
          </ac:spMkLst>
        </pc:spChg>
        <pc:spChg chg="add mod">
          <ac:chgData name="Stephen Wang" userId="2033283f466edd32" providerId="LiveId" clId="{E731BF8A-56E6-49C2-A82F-5D03F6CF3F6E}" dt="2019-07-23T05:12:27.005" v="855" actId="14100"/>
          <ac:spMkLst>
            <pc:docMk/>
            <pc:sldMk cId="1795325246" sldId="292"/>
            <ac:spMk id="11" creationId="{2E5587DA-2C89-4513-A653-12974EE0E76D}"/>
          </ac:spMkLst>
        </pc:spChg>
        <pc:picChg chg="del">
          <ac:chgData name="Stephen Wang" userId="2033283f466edd32" providerId="LiveId" clId="{E731BF8A-56E6-49C2-A82F-5D03F6CF3F6E}" dt="2019-07-23T05:11:10.907" v="763" actId="478"/>
          <ac:picMkLst>
            <pc:docMk/>
            <pc:sldMk cId="1795325246" sldId="292"/>
            <ac:picMk id="5" creationId="{DB21FBB9-8D4A-4727-A57B-7A289D8E9147}"/>
          </ac:picMkLst>
        </pc:picChg>
        <pc:picChg chg="add mod">
          <ac:chgData name="Stephen Wang" userId="2033283f466edd32" providerId="LiveId" clId="{E731BF8A-56E6-49C2-A82F-5D03F6CF3F6E}" dt="2019-07-23T05:11:12.296" v="764"/>
          <ac:picMkLst>
            <pc:docMk/>
            <pc:sldMk cId="1795325246" sldId="292"/>
            <ac:picMk id="6" creationId="{2022E7E4-E197-443E-967C-38906E89A75C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57.953" v="2869"/>
        <pc:sldMkLst>
          <pc:docMk/>
          <pc:sldMk cId="2822129133" sldId="293"/>
        </pc:sldMkLst>
        <pc:spChg chg="add del mod">
          <ac:chgData name="Stephen Wang" userId="2033283f466edd32" providerId="LiveId" clId="{E731BF8A-56E6-49C2-A82F-5D03F6CF3F6E}" dt="2019-07-23T05:16:38.343" v="858"/>
          <ac:spMkLst>
            <pc:docMk/>
            <pc:sldMk cId="2822129133" sldId="293"/>
            <ac:spMk id="4" creationId="{F277C946-3808-473A-B3BD-73C31D97D59F}"/>
          </ac:spMkLst>
        </pc:spChg>
        <pc:spChg chg="del">
          <ac:chgData name="Stephen Wang" userId="2033283f466edd32" providerId="LiveId" clId="{E731BF8A-56E6-49C2-A82F-5D03F6CF3F6E}" dt="2019-07-23T05:16:36.632" v="857" actId="478"/>
          <ac:spMkLst>
            <pc:docMk/>
            <pc:sldMk cId="2822129133" sldId="293"/>
            <ac:spMk id="9" creationId="{6BAB537A-216B-468F-816D-1CA55CADAB4C}"/>
          </ac:spMkLst>
        </pc:spChg>
        <pc:spChg chg="mod">
          <ac:chgData name="Stephen Wang" userId="2033283f466edd32" providerId="LiveId" clId="{E731BF8A-56E6-49C2-A82F-5D03F6CF3F6E}" dt="2019-07-23T05:18:30.868" v="922" actId="1076"/>
          <ac:spMkLst>
            <pc:docMk/>
            <pc:sldMk cId="2822129133" sldId="293"/>
            <ac:spMk id="10" creationId="{59FA6127-C0A8-42CB-977A-47BCBF1AD682}"/>
          </ac:spMkLst>
        </pc:spChg>
        <pc:spChg chg="del">
          <ac:chgData name="Stephen Wang" userId="2033283f466edd32" providerId="LiveId" clId="{E731BF8A-56E6-49C2-A82F-5D03F6CF3F6E}" dt="2019-07-23T05:16:36.632" v="857" actId="478"/>
          <ac:spMkLst>
            <pc:docMk/>
            <pc:sldMk cId="2822129133" sldId="293"/>
            <ac:spMk id="11" creationId="{2E5587DA-2C89-4513-A653-12974EE0E76D}"/>
          </ac:spMkLst>
        </pc:spChg>
        <pc:spChg chg="add del mod">
          <ac:chgData name="Stephen Wang" userId="2033283f466edd32" providerId="LiveId" clId="{E731BF8A-56E6-49C2-A82F-5D03F6CF3F6E}" dt="2019-07-23T05:19:14.189" v="999" actId="478"/>
          <ac:spMkLst>
            <pc:docMk/>
            <pc:sldMk cId="2822129133" sldId="293"/>
            <ac:spMk id="12" creationId="{DF15D432-5833-4964-8E7C-2B80939E31D0}"/>
          </ac:spMkLst>
        </pc:spChg>
        <pc:spChg chg="add del mod">
          <ac:chgData name="Stephen Wang" userId="2033283f466edd32" providerId="LiveId" clId="{E731BF8A-56E6-49C2-A82F-5D03F6CF3F6E}" dt="2019-07-23T05:19:41.170" v="1007" actId="478"/>
          <ac:spMkLst>
            <pc:docMk/>
            <pc:sldMk cId="2822129133" sldId="293"/>
            <ac:spMk id="14" creationId="{1F3744D3-9C4E-418B-9847-9E1FC2ECFA68}"/>
          </ac:spMkLst>
        </pc:spChg>
        <pc:spChg chg="add del mod">
          <ac:chgData name="Stephen Wang" userId="2033283f466edd32" providerId="LiveId" clId="{E731BF8A-56E6-49C2-A82F-5D03F6CF3F6E}" dt="2019-07-23T05:19:44.546" v="1010"/>
          <ac:spMkLst>
            <pc:docMk/>
            <pc:sldMk cId="2822129133" sldId="293"/>
            <ac:spMk id="16" creationId="{11263283-7AFE-452E-A36C-E06647C0834C}"/>
          </ac:spMkLst>
        </pc:spChg>
        <pc:picChg chg="add del mod">
          <ac:chgData name="Stephen Wang" userId="2033283f466edd32" providerId="LiveId" clId="{E731BF8A-56E6-49C2-A82F-5D03F6CF3F6E}" dt="2019-07-23T05:19:43.420" v="1009" actId="478"/>
          <ac:picMkLst>
            <pc:docMk/>
            <pc:sldMk cId="2822129133" sldId="293"/>
            <ac:picMk id="5" creationId="{809BDE0B-30A5-41B0-9954-7ABD641BD7DA}"/>
          </ac:picMkLst>
        </pc:picChg>
        <pc:picChg chg="del">
          <ac:chgData name="Stephen Wang" userId="2033283f466edd32" providerId="LiveId" clId="{E731BF8A-56E6-49C2-A82F-5D03F6CF3F6E}" dt="2019-07-23T05:16:36.632" v="857" actId="478"/>
          <ac:picMkLst>
            <pc:docMk/>
            <pc:sldMk cId="2822129133" sldId="293"/>
            <ac:picMk id="6" creationId="{2022E7E4-E197-443E-967C-38906E89A75C}"/>
          </ac:picMkLst>
        </pc:picChg>
        <pc:picChg chg="add del mod">
          <ac:chgData name="Stephen Wang" userId="2033283f466edd32" providerId="LiveId" clId="{E731BF8A-56E6-49C2-A82F-5D03F6CF3F6E}" dt="2019-07-23T05:19:42.418" v="1008"/>
          <ac:picMkLst>
            <pc:docMk/>
            <pc:sldMk cId="2822129133" sldId="293"/>
            <ac:picMk id="7" creationId="{C3C3D513-80FE-4C1E-896C-2E03E8CFE79F}"/>
          </ac:picMkLst>
        </pc:picChg>
        <pc:picChg chg="add mod">
          <ac:chgData name="Stephen Wang" userId="2033283f466edd32" providerId="LiveId" clId="{E731BF8A-56E6-49C2-A82F-5D03F6CF3F6E}" dt="2019-07-23T05:19:46.815" v="1011" actId="1076"/>
          <ac:picMkLst>
            <pc:docMk/>
            <pc:sldMk cId="2822129133" sldId="293"/>
            <ac:picMk id="17" creationId="{396F7219-B38A-468E-A0F0-91D5F9F26560}"/>
          </ac:picMkLst>
        </pc:picChg>
      </pc:sldChg>
      <pc:sldChg chg="delSp modSp add ord modTransition">
        <pc:chgData name="Stephen Wang" userId="2033283f466edd32" providerId="LiveId" clId="{E731BF8A-56E6-49C2-A82F-5D03F6CF3F6E}" dt="2019-07-25T11:07:57.953" v="2869"/>
        <pc:sldMkLst>
          <pc:docMk/>
          <pc:sldMk cId="590992693" sldId="294"/>
        </pc:sldMkLst>
        <pc:picChg chg="mod">
          <ac:chgData name="Stephen Wang" userId="2033283f466edd32" providerId="LiveId" clId="{E731BF8A-56E6-49C2-A82F-5D03F6CF3F6E}" dt="2019-07-23T05:19:29.305" v="1004" actId="1076"/>
          <ac:picMkLst>
            <pc:docMk/>
            <pc:sldMk cId="590992693" sldId="294"/>
            <ac:picMk id="5" creationId="{809BDE0B-30A5-41B0-9954-7ABD641BD7DA}"/>
          </ac:picMkLst>
        </pc:picChg>
        <pc:picChg chg="del">
          <ac:chgData name="Stephen Wang" userId="2033283f466edd32" providerId="LiveId" clId="{E731BF8A-56E6-49C2-A82F-5D03F6CF3F6E}" dt="2019-07-23T05:19:25.243" v="1003" actId="478"/>
          <ac:picMkLst>
            <pc:docMk/>
            <pc:sldMk cId="590992693" sldId="294"/>
            <ac:picMk id="7" creationId="{C3C3D513-80FE-4C1E-896C-2E03E8CFE79F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57.953" v="2869"/>
        <pc:sldMkLst>
          <pc:docMk/>
          <pc:sldMk cId="2768349101" sldId="295"/>
        </pc:sldMkLst>
        <pc:spChg chg="add del mod">
          <ac:chgData name="Stephen Wang" userId="2033283f466edd32" providerId="LiveId" clId="{E731BF8A-56E6-49C2-A82F-5D03F6CF3F6E}" dt="2019-07-23T05:25:00.313" v="1014"/>
          <ac:spMkLst>
            <pc:docMk/>
            <pc:sldMk cId="2768349101" sldId="295"/>
            <ac:spMk id="4" creationId="{9C1DFD2A-F3CB-40E5-9F36-764F365A09CA}"/>
          </ac:spMkLst>
        </pc:spChg>
        <pc:spChg chg="mod">
          <ac:chgData name="Stephen Wang" userId="2033283f466edd32" providerId="LiveId" clId="{E731BF8A-56E6-49C2-A82F-5D03F6CF3F6E}" dt="2019-07-23T05:25:36.635" v="1053" actId="14100"/>
          <ac:spMkLst>
            <pc:docMk/>
            <pc:sldMk cId="2768349101" sldId="295"/>
            <ac:spMk id="10" creationId="{59FA6127-C0A8-42CB-977A-47BCBF1AD682}"/>
          </ac:spMkLst>
        </pc:spChg>
        <pc:picChg chg="add mod">
          <ac:chgData name="Stephen Wang" userId="2033283f466edd32" providerId="LiveId" clId="{E731BF8A-56E6-49C2-A82F-5D03F6CF3F6E}" dt="2019-07-23T05:25:00.313" v="1014"/>
          <ac:picMkLst>
            <pc:docMk/>
            <pc:sldMk cId="2768349101" sldId="295"/>
            <ac:picMk id="5" creationId="{D37DFAD9-A575-42C0-8BF1-DA2CFED414C2}"/>
          </ac:picMkLst>
        </pc:picChg>
        <pc:picChg chg="del">
          <ac:chgData name="Stephen Wang" userId="2033283f466edd32" providerId="LiveId" clId="{E731BF8A-56E6-49C2-A82F-5D03F6CF3F6E}" dt="2019-07-23T05:24:58.396" v="1013" actId="478"/>
          <ac:picMkLst>
            <pc:docMk/>
            <pc:sldMk cId="2768349101" sldId="295"/>
            <ac:picMk id="17" creationId="{396F7219-B38A-468E-A0F0-91D5F9F26560}"/>
          </ac:picMkLst>
        </pc:picChg>
      </pc:sldChg>
      <pc:sldChg chg="modSp add modTransition">
        <pc:chgData name="Stephen Wang" userId="2033283f466edd32" providerId="LiveId" clId="{E731BF8A-56E6-49C2-A82F-5D03F6CF3F6E}" dt="2019-07-25T03:58:53.448" v="2823"/>
        <pc:sldMkLst>
          <pc:docMk/>
          <pc:sldMk cId="2911140858" sldId="296"/>
        </pc:sldMkLst>
        <pc:spChg chg="mod">
          <ac:chgData name="Stephen Wang" userId="2033283f466edd32" providerId="LiveId" clId="{E731BF8A-56E6-49C2-A82F-5D03F6CF3F6E}" dt="2019-07-23T05:30:13.561" v="1205" actId="313"/>
          <ac:spMkLst>
            <pc:docMk/>
            <pc:sldMk cId="2911140858" sldId="296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E731BF8A-56E6-49C2-A82F-5D03F6CF3F6E}" dt="2019-07-25T03:58:30.869" v="2822"/>
        <pc:sldMkLst>
          <pc:docMk/>
          <pc:sldMk cId="800593818" sldId="297"/>
        </pc:sldMkLst>
        <pc:spChg chg="add del mod">
          <ac:chgData name="Stephen Wang" userId="2033283f466edd32" providerId="LiveId" clId="{E731BF8A-56E6-49C2-A82F-5D03F6CF3F6E}" dt="2019-07-23T05:31:01.555" v="1209"/>
          <ac:spMkLst>
            <pc:docMk/>
            <pc:sldMk cId="800593818" sldId="297"/>
            <ac:spMk id="4" creationId="{900565C4-2382-44B2-ABDF-7EC386E7B7E3}"/>
          </ac:spMkLst>
        </pc:spChg>
        <pc:spChg chg="add mod">
          <ac:chgData name="Stephen Wang" userId="2033283f466edd32" providerId="LiveId" clId="{E731BF8A-56E6-49C2-A82F-5D03F6CF3F6E}" dt="2019-07-23T05:33:32.243" v="1297" actId="114"/>
          <ac:spMkLst>
            <pc:docMk/>
            <pc:sldMk cId="800593818" sldId="297"/>
            <ac:spMk id="7" creationId="{DEABC020-E840-493F-B28D-B8637FCBA41D}"/>
          </ac:spMkLst>
        </pc:spChg>
        <pc:spChg chg="mod">
          <ac:chgData name="Stephen Wang" userId="2033283f466edd32" providerId="LiveId" clId="{E731BF8A-56E6-49C2-A82F-5D03F6CF3F6E}" dt="2019-07-23T05:47:08.600" v="1600" actId="20577"/>
          <ac:spMkLst>
            <pc:docMk/>
            <pc:sldMk cId="800593818" sldId="297"/>
            <ac:spMk id="8" creationId="{C4B21C60-9080-4726-AE65-25607AEFC710}"/>
          </ac:spMkLst>
        </pc:spChg>
        <pc:spChg chg="del">
          <ac:chgData name="Stephen Wang" userId="2033283f466edd32" providerId="LiveId" clId="{E731BF8A-56E6-49C2-A82F-5D03F6CF3F6E}" dt="2019-07-23T05:30:59.449" v="1208" actId="478"/>
          <ac:spMkLst>
            <pc:docMk/>
            <pc:sldMk cId="800593818" sldId="297"/>
            <ac:spMk id="10" creationId="{59FA6127-C0A8-42CB-977A-47BCBF1AD682}"/>
          </ac:spMkLst>
        </pc:spChg>
        <pc:spChg chg="add mod">
          <ac:chgData name="Stephen Wang" userId="2033283f466edd32" providerId="LiveId" clId="{E731BF8A-56E6-49C2-A82F-5D03F6CF3F6E}" dt="2019-07-23T05:31:21.223" v="1217" actId="14100"/>
          <ac:spMkLst>
            <pc:docMk/>
            <pc:sldMk cId="800593818" sldId="297"/>
            <ac:spMk id="11" creationId="{FBD8AE4E-D4B7-4596-82C2-923AF5E479C6}"/>
          </ac:spMkLst>
        </pc:spChg>
        <pc:picChg chg="del">
          <ac:chgData name="Stephen Wang" userId="2033283f466edd32" providerId="LiveId" clId="{E731BF8A-56E6-49C2-A82F-5D03F6CF3F6E}" dt="2019-07-23T05:30:57.051" v="1207" actId="478"/>
          <ac:picMkLst>
            <pc:docMk/>
            <pc:sldMk cId="800593818" sldId="297"/>
            <ac:picMk id="5" creationId="{D37DFAD9-A575-42C0-8BF1-DA2CFED414C2}"/>
          </ac:picMkLst>
        </pc:picChg>
        <pc:picChg chg="add mod">
          <ac:chgData name="Stephen Wang" userId="2033283f466edd32" providerId="LiveId" clId="{E731BF8A-56E6-49C2-A82F-5D03F6CF3F6E}" dt="2019-07-23T05:31:18.752" v="1216" actId="1076"/>
          <ac:picMkLst>
            <pc:docMk/>
            <pc:sldMk cId="800593818" sldId="297"/>
            <ac:picMk id="9" creationId="{A82F43CC-46BB-4215-A54F-90306D0B1F97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23.200" v="2867"/>
        <pc:sldMkLst>
          <pc:docMk/>
          <pc:sldMk cId="2742909737" sldId="298"/>
        </pc:sldMkLst>
        <pc:spChg chg="add del mod">
          <ac:chgData name="Stephen Wang" userId="2033283f466edd32" providerId="LiveId" clId="{E731BF8A-56E6-49C2-A82F-5D03F6CF3F6E}" dt="2019-07-23T05:33:58.908" v="1300"/>
          <ac:spMkLst>
            <pc:docMk/>
            <pc:sldMk cId="2742909737" sldId="298"/>
            <ac:spMk id="4" creationId="{76491732-4FAB-42DA-AFFD-CA85B9524331}"/>
          </ac:spMkLst>
        </pc:spChg>
        <pc:spChg chg="mod">
          <ac:chgData name="Stephen Wang" userId="2033283f466edd32" providerId="LiveId" clId="{E731BF8A-56E6-49C2-A82F-5D03F6CF3F6E}" dt="2019-07-23T05:35:16.171" v="1338" actId="20577"/>
          <ac:spMkLst>
            <pc:docMk/>
            <pc:sldMk cId="2742909737" sldId="298"/>
            <ac:spMk id="7" creationId="{DEABC020-E840-493F-B28D-B8637FCBA41D}"/>
          </ac:spMkLst>
        </pc:spChg>
        <pc:spChg chg="mod">
          <ac:chgData name="Stephen Wang" userId="2033283f466edd32" providerId="LiveId" clId="{E731BF8A-56E6-49C2-A82F-5D03F6CF3F6E}" dt="2019-07-23T05:47:16.433" v="1601"/>
          <ac:spMkLst>
            <pc:docMk/>
            <pc:sldMk cId="2742909737" sldId="298"/>
            <ac:spMk id="8" creationId="{C4B21C60-9080-4726-AE65-25607AEFC710}"/>
          </ac:spMkLst>
        </pc:spChg>
        <pc:spChg chg="add mod">
          <ac:chgData name="Stephen Wang" userId="2033283f466edd32" providerId="LiveId" clId="{E731BF8A-56E6-49C2-A82F-5D03F6CF3F6E}" dt="2019-07-23T05:34:12.699" v="1304" actId="14100"/>
          <ac:spMkLst>
            <pc:docMk/>
            <pc:sldMk cId="2742909737" sldId="298"/>
            <ac:spMk id="10" creationId="{ABFA7593-A41D-4329-A779-1D075663F349}"/>
          </ac:spMkLst>
        </pc:spChg>
        <pc:spChg chg="del">
          <ac:chgData name="Stephen Wang" userId="2033283f466edd32" providerId="LiveId" clId="{E731BF8A-56E6-49C2-A82F-5D03F6CF3F6E}" dt="2019-07-23T05:33:57.064" v="1299" actId="478"/>
          <ac:spMkLst>
            <pc:docMk/>
            <pc:sldMk cId="2742909737" sldId="298"/>
            <ac:spMk id="11" creationId="{FBD8AE4E-D4B7-4596-82C2-923AF5E479C6}"/>
          </ac:spMkLst>
        </pc:spChg>
        <pc:picChg chg="add mod">
          <ac:chgData name="Stephen Wang" userId="2033283f466edd32" providerId="LiveId" clId="{E731BF8A-56E6-49C2-A82F-5D03F6CF3F6E}" dt="2019-07-23T05:33:58.908" v="1300"/>
          <ac:picMkLst>
            <pc:docMk/>
            <pc:sldMk cId="2742909737" sldId="298"/>
            <ac:picMk id="5" creationId="{D2345851-B246-41FF-A6B3-7F1727D0F1A6}"/>
          </ac:picMkLst>
        </pc:picChg>
        <pc:picChg chg="del">
          <ac:chgData name="Stephen Wang" userId="2033283f466edd32" providerId="LiveId" clId="{E731BF8A-56E6-49C2-A82F-5D03F6CF3F6E}" dt="2019-07-23T05:33:57.064" v="1299" actId="478"/>
          <ac:picMkLst>
            <pc:docMk/>
            <pc:sldMk cId="2742909737" sldId="298"/>
            <ac:picMk id="9" creationId="{A82F43CC-46BB-4215-A54F-90306D0B1F97}"/>
          </ac:picMkLst>
        </pc:picChg>
      </pc:sldChg>
      <pc:sldChg chg="addSp delSp modSp add modTransition">
        <pc:chgData name="Stephen Wang" userId="2033283f466edd32" providerId="LiveId" clId="{E731BF8A-56E6-49C2-A82F-5D03F6CF3F6E}" dt="2019-07-25T11:07:23.200" v="2867"/>
        <pc:sldMkLst>
          <pc:docMk/>
          <pc:sldMk cId="1083684464" sldId="299"/>
        </pc:sldMkLst>
        <pc:spChg chg="add del mod">
          <ac:chgData name="Stephen Wang" userId="2033283f466edd32" providerId="LiveId" clId="{E731BF8A-56E6-49C2-A82F-5D03F6CF3F6E}" dt="2019-07-23T05:35:25.454" v="1341"/>
          <ac:spMkLst>
            <pc:docMk/>
            <pc:sldMk cId="1083684464" sldId="299"/>
            <ac:spMk id="4" creationId="{1763E2F6-04FD-47B3-8030-32FEAE7EB69A}"/>
          </ac:spMkLst>
        </pc:spChg>
        <pc:spChg chg="mod">
          <ac:chgData name="Stephen Wang" userId="2033283f466edd32" providerId="LiveId" clId="{E731BF8A-56E6-49C2-A82F-5D03F6CF3F6E}" dt="2019-07-23T05:36:26.509" v="1433" actId="1076"/>
          <ac:spMkLst>
            <pc:docMk/>
            <pc:sldMk cId="1083684464" sldId="299"/>
            <ac:spMk id="7" creationId="{DEABC020-E840-493F-B28D-B8637FCBA41D}"/>
          </ac:spMkLst>
        </pc:spChg>
        <pc:spChg chg="mod">
          <ac:chgData name="Stephen Wang" userId="2033283f466edd32" providerId="LiveId" clId="{E731BF8A-56E6-49C2-A82F-5D03F6CF3F6E}" dt="2019-07-23T05:47:19.654" v="1602"/>
          <ac:spMkLst>
            <pc:docMk/>
            <pc:sldMk cId="1083684464" sldId="299"/>
            <ac:spMk id="8" creationId="{C4B21C60-9080-4726-AE65-25607AEFC710}"/>
          </ac:spMkLst>
        </pc:spChg>
        <pc:spChg chg="del">
          <ac:chgData name="Stephen Wang" userId="2033283f466edd32" providerId="LiveId" clId="{E731BF8A-56E6-49C2-A82F-5D03F6CF3F6E}" dt="2019-07-23T05:35:23.985" v="1340" actId="478"/>
          <ac:spMkLst>
            <pc:docMk/>
            <pc:sldMk cId="1083684464" sldId="299"/>
            <ac:spMk id="10" creationId="{ABFA7593-A41D-4329-A779-1D075663F349}"/>
          </ac:spMkLst>
        </pc:spChg>
        <pc:spChg chg="add mod">
          <ac:chgData name="Stephen Wang" userId="2033283f466edd32" providerId="LiveId" clId="{E731BF8A-56E6-49C2-A82F-5D03F6CF3F6E}" dt="2019-07-23T05:35:36.586" v="1344" actId="14100"/>
          <ac:spMkLst>
            <pc:docMk/>
            <pc:sldMk cId="1083684464" sldId="299"/>
            <ac:spMk id="11" creationId="{606AD704-4B97-4E5F-8E60-37B3B7F8132B}"/>
          </ac:spMkLst>
        </pc:spChg>
        <pc:picChg chg="del">
          <ac:chgData name="Stephen Wang" userId="2033283f466edd32" providerId="LiveId" clId="{E731BF8A-56E6-49C2-A82F-5D03F6CF3F6E}" dt="2019-07-23T05:35:23.985" v="1340" actId="478"/>
          <ac:picMkLst>
            <pc:docMk/>
            <pc:sldMk cId="1083684464" sldId="299"/>
            <ac:picMk id="5" creationId="{D2345851-B246-41FF-A6B3-7F1727D0F1A6}"/>
          </ac:picMkLst>
        </pc:picChg>
        <pc:picChg chg="add mod">
          <ac:chgData name="Stephen Wang" userId="2033283f466edd32" providerId="LiveId" clId="{E731BF8A-56E6-49C2-A82F-5D03F6CF3F6E}" dt="2019-07-23T05:35:25.454" v="1341"/>
          <ac:picMkLst>
            <pc:docMk/>
            <pc:sldMk cId="1083684464" sldId="299"/>
            <ac:picMk id="6" creationId="{2E2E8D2D-A720-400F-BD78-72F10DD45481}"/>
          </ac:picMkLst>
        </pc:picChg>
      </pc:sldChg>
      <pc:sldChg chg="addSp modSp add modTransition">
        <pc:chgData name="Stephen Wang" userId="2033283f466edd32" providerId="LiveId" clId="{E731BF8A-56E6-49C2-A82F-5D03F6CF3F6E}" dt="2019-07-25T11:07:23.200" v="2867"/>
        <pc:sldMkLst>
          <pc:docMk/>
          <pc:sldMk cId="3204375139" sldId="300"/>
        </pc:sldMkLst>
        <pc:spChg chg="mod">
          <ac:chgData name="Stephen Wang" userId="2033283f466edd32" providerId="LiveId" clId="{E731BF8A-56E6-49C2-A82F-5D03F6CF3F6E}" dt="2019-07-23T05:47:24.020" v="1603"/>
          <ac:spMkLst>
            <pc:docMk/>
            <pc:sldMk cId="3204375139" sldId="300"/>
            <ac:spMk id="8" creationId="{C4B21C60-9080-4726-AE65-25607AEFC710}"/>
          </ac:spMkLst>
        </pc:spChg>
        <pc:spChg chg="add mod">
          <ac:chgData name="Stephen Wang" userId="2033283f466edd32" providerId="LiveId" clId="{E731BF8A-56E6-49C2-A82F-5D03F6CF3F6E}" dt="2019-07-23T05:46:33.325" v="1594" actId="14100"/>
          <ac:spMkLst>
            <pc:docMk/>
            <pc:sldMk cId="3204375139" sldId="300"/>
            <ac:spMk id="11" creationId="{10BC82FE-B05E-4144-87BC-D0649A02AE51}"/>
          </ac:spMkLst>
        </pc:spChg>
        <pc:spChg chg="mod">
          <ac:chgData name="Stephen Wang" userId="2033283f466edd32" providerId="LiveId" clId="{E731BF8A-56E6-49C2-A82F-5D03F6CF3F6E}" dt="2019-07-23T05:53:45.173" v="1805" actId="20577"/>
          <ac:spMkLst>
            <pc:docMk/>
            <pc:sldMk cId="3204375139" sldId="300"/>
            <ac:spMk id="19" creationId="{6DF198E9-B21D-4360-9CE2-EABFD4C25463}"/>
          </ac:spMkLst>
        </pc:spChg>
      </pc:sldChg>
      <pc:sldChg chg="addSp delSp modSp add modTransition">
        <pc:chgData name="Stephen Wang" userId="2033283f466edd32" providerId="LiveId" clId="{E731BF8A-56E6-49C2-A82F-5D03F6CF3F6E}" dt="2019-07-25T11:07:23.200" v="2867"/>
        <pc:sldMkLst>
          <pc:docMk/>
          <pc:sldMk cId="1469535873" sldId="301"/>
        </pc:sldMkLst>
        <pc:spChg chg="add mod">
          <ac:chgData name="Stephen Wang" userId="2033283f466edd32" providerId="LiveId" clId="{E731BF8A-56E6-49C2-A82F-5D03F6CF3F6E}" dt="2019-07-23T05:53:41.066" v="1803" actId="20577"/>
          <ac:spMkLst>
            <pc:docMk/>
            <pc:sldMk cId="1469535873" sldId="301"/>
            <ac:spMk id="4" creationId="{1F67FB1B-A3BE-45DF-B535-E6F4B2D44072}"/>
          </ac:spMkLst>
        </pc:spChg>
        <pc:spChg chg="add del mod">
          <ac:chgData name="Stephen Wang" userId="2033283f466edd32" providerId="LiveId" clId="{E731BF8A-56E6-49C2-A82F-5D03F6CF3F6E}" dt="2019-07-23T05:50:36.880" v="1605"/>
          <ac:spMkLst>
            <pc:docMk/>
            <pc:sldMk cId="1469535873" sldId="301"/>
            <ac:spMk id="6" creationId="{9A8B5E08-D63F-4E0B-8D8D-A00567DA49E9}"/>
          </ac:spMkLst>
        </pc:spChg>
        <pc:spChg chg="mod">
          <ac:chgData name="Stephen Wang" userId="2033283f466edd32" providerId="LiveId" clId="{E731BF8A-56E6-49C2-A82F-5D03F6CF3F6E}" dt="2019-07-23T05:47:28.150" v="1604"/>
          <ac:spMkLst>
            <pc:docMk/>
            <pc:sldMk cId="1469535873" sldId="301"/>
            <ac:spMk id="8" creationId="{C4B21C60-9080-4726-AE65-25607AEFC710}"/>
          </ac:spMkLst>
        </pc:spChg>
        <pc:spChg chg="del">
          <ac:chgData name="Stephen Wang" userId="2033283f466edd32" providerId="LiveId" clId="{E731BF8A-56E6-49C2-A82F-5D03F6CF3F6E}" dt="2019-07-23T05:46:48.257" v="1597" actId="478"/>
          <ac:spMkLst>
            <pc:docMk/>
            <pc:sldMk cId="1469535873" sldId="301"/>
            <ac:spMk id="11" creationId="{10BC82FE-B05E-4144-87BC-D0649A02AE51}"/>
          </ac:spMkLst>
        </pc:spChg>
        <pc:spChg chg="del">
          <ac:chgData name="Stephen Wang" userId="2033283f466edd32" providerId="LiveId" clId="{E731BF8A-56E6-49C2-A82F-5D03F6CF3F6E}" dt="2019-07-23T05:46:44.266" v="1596" actId="478"/>
          <ac:spMkLst>
            <pc:docMk/>
            <pc:sldMk cId="1469535873" sldId="301"/>
            <ac:spMk id="13" creationId="{6A9AC4D3-F9C0-47FC-B21D-E184AAD8D80D}"/>
          </ac:spMkLst>
        </pc:spChg>
        <pc:spChg chg="del">
          <ac:chgData name="Stephen Wang" userId="2033283f466edd32" providerId="LiveId" clId="{E731BF8A-56E6-49C2-A82F-5D03F6CF3F6E}" dt="2019-07-23T05:46:44.266" v="1596" actId="478"/>
          <ac:spMkLst>
            <pc:docMk/>
            <pc:sldMk cId="1469535873" sldId="301"/>
            <ac:spMk id="14" creationId="{6FE30907-8843-4948-99B5-4445EE78BA50}"/>
          </ac:spMkLst>
        </pc:spChg>
        <pc:spChg chg="del">
          <ac:chgData name="Stephen Wang" userId="2033283f466edd32" providerId="LiveId" clId="{E731BF8A-56E6-49C2-A82F-5D03F6CF3F6E}" dt="2019-07-23T05:46:48.257" v="1597" actId="478"/>
          <ac:spMkLst>
            <pc:docMk/>
            <pc:sldMk cId="1469535873" sldId="301"/>
            <ac:spMk id="19" creationId="{6DF198E9-B21D-4360-9CE2-EABFD4C25463}"/>
          </ac:spMkLst>
        </pc:spChg>
        <pc:picChg chg="add mod">
          <ac:chgData name="Stephen Wang" userId="2033283f466edd32" providerId="LiveId" clId="{E731BF8A-56E6-49C2-A82F-5D03F6CF3F6E}" dt="2019-07-23T05:50:50.124" v="1607" actId="1076"/>
          <ac:picMkLst>
            <pc:docMk/>
            <pc:sldMk cId="1469535873" sldId="301"/>
            <ac:picMk id="7" creationId="{CF42CC5C-93C5-48B8-98FF-F1AA7753AB87}"/>
          </ac:picMkLst>
        </pc:picChg>
        <pc:picChg chg="del">
          <ac:chgData name="Stephen Wang" userId="2033283f466edd32" providerId="LiveId" clId="{E731BF8A-56E6-49C2-A82F-5D03F6CF3F6E}" dt="2019-07-23T05:46:44.266" v="1596" actId="478"/>
          <ac:picMkLst>
            <pc:docMk/>
            <pc:sldMk cId="1469535873" sldId="301"/>
            <ac:picMk id="10" creationId="{00FC56C7-F635-48F3-A512-0CE738C0AEC9}"/>
          </ac:picMkLst>
        </pc:picChg>
        <pc:picChg chg="del">
          <ac:chgData name="Stephen Wang" userId="2033283f466edd32" providerId="LiveId" clId="{E731BF8A-56E6-49C2-A82F-5D03F6CF3F6E}" dt="2019-07-23T05:46:48.257" v="1597" actId="478"/>
          <ac:picMkLst>
            <pc:docMk/>
            <pc:sldMk cId="1469535873" sldId="301"/>
            <ac:picMk id="12" creationId="{0344DD5C-E574-4F18-ADAF-C27BFE3C9CEE}"/>
          </ac:picMkLst>
        </pc:picChg>
        <pc:cxnChg chg="del mod">
          <ac:chgData name="Stephen Wang" userId="2033283f466edd32" providerId="LiveId" clId="{E731BF8A-56E6-49C2-A82F-5D03F6CF3F6E}" dt="2019-07-23T05:46:44.266" v="1596" actId="478"/>
          <ac:cxnSpMkLst>
            <pc:docMk/>
            <pc:sldMk cId="1469535873" sldId="301"/>
            <ac:cxnSpMk id="16" creationId="{967FCEE5-F297-40B4-A67E-34CDB3B5393F}"/>
          </ac:cxnSpMkLst>
        </pc:cxnChg>
      </pc:sldChg>
      <pc:sldChg chg="addSp delSp modSp add modTransition delAnim modAnim">
        <pc:chgData name="Stephen Wang" userId="2033283f466edd32" providerId="LiveId" clId="{E731BF8A-56E6-49C2-A82F-5D03F6CF3F6E}" dt="2019-07-25T03:58:30.869" v="2822"/>
        <pc:sldMkLst>
          <pc:docMk/>
          <pc:sldMk cId="3445953531" sldId="302"/>
        </pc:sldMkLst>
        <pc:spChg chg="del mod">
          <ac:chgData name="Stephen Wang" userId="2033283f466edd32" providerId="LiveId" clId="{E731BF8A-56E6-49C2-A82F-5D03F6CF3F6E}" dt="2019-07-23T05:57:16.959" v="1811" actId="478"/>
          <ac:spMkLst>
            <pc:docMk/>
            <pc:sldMk cId="3445953531" sldId="302"/>
            <ac:spMk id="4" creationId="{1F67FB1B-A3BE-45DF-B535-E6F4B2D44072}"/>
          </ac:spMkLst>
        </pc:spChg>
        <pc:spChg chg="add del mod">
          <ac:chgData name="Stephen Wang" userId="2033283f466edd32" providerId="LiveId" clId="{E731BF8A-56E6-49C2-A82F-5D03F6CF3F6E}" dt="2019-07-23T05:57:08.888" v="1808"/>
          <ac:spMkLst>
            <pc:docMk/>
            <pc:sldMk cId="3445953531" sldId="302"/>
            <ac:spMk id="5" creationId="{197CFCEB-2B72-4C28-B0C3-60137709E6CD}"/>
          </ac:spMkLst>
        </pc:spChg>
        <pc:spChg chg="add del mod">
          <ac:chgData name="Stephen Wang" userId="2033283f466edd32" providerId="LiveId" clId="{E731BF8A-56E6-49C2-A82F-5D03F6CF3F6E}" dt="2019-07-23T05:58:18.276" v="1816"/>
          <ac:spMkLst>
            <pc:docMk/>
            <pc:sldMk cId="3445953531" sldId="302"/>
            <ac:spMk id="9" creationId="{7AFAB1CC-1154-4282-8644-8F4FF4BE9EF7}"/>
          </ac:spMkLst>
        </pc:spChg>
        <pc:spChg chg="add del mod">
          <ac:chgData name="Stephen Wang" userId="2033283f466edd32" providerId="LiveId" clId="{E731BF8A-56E6-49C2-A82F-5D03F6CF3F6E}" dt="2019-07-23T05:58:54.183" v="1823"/>
          <ac:spMkLst>
            <pc:docMk/>
            <pc:sldMk cId="3445953531" sldId="302"/>
            <ac:spMk id="11" creationId="{EED9F420-3214-4E94-AA82-8C50CC37EE28}"/>
          </ac:spMkLst>
        </pc:spChg>
        <pc:spChg chg="add del mod">
          <ac:chgData name="Stephen Wang" userId="2033283f466edd32" providerId="LiveId" clId="{E731BF8A-56E6-49C2-A82F-5D03F6CF3F6E}" dt="2019-07-23T05:58:50.197" v="1822"/>
          <ac:spMkLst>
            <pc:docMk/>
            <pc:sldMk cId="3445953531" sldId="302"/>
            <ac:spMk id="13" creationId="{1F3CBB0D-B60D-450F-BA05-1532018CE624}"/>
          </ac:spMkLst>
        </pc:spChg>
        <pc:picChg chg="add del mod">
          <ac:chgData name="Stephen Wang" userId="2033283f466edd32" providerId="LiveId" clId="{E731BF8A-56E6-49C2-A82F-5D03F6CF3F6E}" dt="2019-07-23T05:58:47.905" v="1821" actId="478"/>
          <ac:picMkLst>
            <pc:docMk/>
            <pc:sldMk cId="3445953531" sldId="302"/>
            <ac:picMk id="6" creationId="{7AE59E40-B5E7-4401-BF2B-91DBE150A02F}"/>
          </ac:picMkLst>
        </pc:picChg>
        <pc:picChg chg="del">
          <ac:chgData name="Stephen Wang" userId="2033283f466edd32" providerId="LiveId" clId="{E731BF8A-56E6-49C2-A82F-5D03F6CF3F6E}" dt="2019-07-23T05:57:05.468" v="1807" actId="478"/>
          <ac:picMkLst>
            <pc:docMk/>
            <pc:sldMk cId="3445953531" sldId="302"/>
            <ac:picMk id="7" creationId="{CF42CC5C-93C5-48B8-98FF-F1AA7753AB87}"/>
          </ac:picMkLst>
        </pc:picChg>
        <pc:picChg chg="add del mod">
          <ac:chgData name="Stephen Wang" userId="2033283f466edd32" providerId="LiveId" clId="{E731BF8A-56E6-49C2-A82F-5D03F6CF3F6E}" dt="2019-07-23T05:58:46.627" v="1820"/>
          <ac:picMkLst>
            <pc:docMk/>
            <pc:sldMk cId="3445953531" sldId="302"/>
            <ac:picMk id="10" creationId="{B56256F4-CF5A-4A00-86D0-6177CB8FF04A}"/>
          </ac:picMkLst>
        </pc:picChg>
        <pc:picChg chg="add">
          <ac:chgData name="Stephen Wang" userId="2033283f466edd32" providerId="LiveId" clId="{E731BF8A-56E6-49C2-A82F-5D03F6CF3F6E}" dt="2019-07-23T05:58:50.197" v="1822"/>
          <ac:picMkLst>
            <pc:docMk/>
            <pc:sldMk cId="3445953531" sldId="302"/>
            <ac:picMk id="14" creationId="{7D6BD121-1BA0-4C89-A9E2-B93A523B10EE}"/>
          </ac:picMkLst>
        </pc:picChg>
        <pc:picChg chg="add mod">
          <ac:chgData name="Stephen Wang" userId="2033283f466edd32" providerId="LiveId" clId="{E731BF8A-56E6-49C2-A82F-5D03F6CF3F6E}" dt="2019-07-23T05:58:54.183" v="1823"/>
          <ac:picMkLst>
            <pc:docMk/>
            <pc:sldMk cId="3445953531" sldId="302"/>
            <ac:picMk id="15" creationId="{792DAE17-DD51-490D-9AA8-F5860FE258C8}"/>
          </ac:picMkLst>
        </pc:picChg>
      </pc:sldChg>
      <pc:sldChg chg="modSp add modTransition">
        <pc:chgData name="Stephen Wang" userId="2033283f466edd32" providerId="LiveId" clId="{E731BF8A-56E6-49C2-A82F-5D03F6CF3F6E}" dt="2019-07-25T03:58:53.448" v="2823"/>
        <pc:sldMkLst>
          <pc:docMk/>
          <pc:sldMk cId="3663283677" sldId="303"/>
        </pc:sldMkLst>
        <pc:spChg chg="mod">
          <ac:chgData name="Stephen Wang" userId="2033283f466edd32" providerId="LiveId" clId="{E731BF8A-56E6-49C2-A82F-5D03F6CF3F6E}" dt="2019-07-23T06:01:16.781" v="1871" actId="20577"/>
          <ac:spMkLst>
            <pc:docMk/>
            <pc:sldMk cId="3663283677" sldId="303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E731BF8A-56E6-49C2-A82F-5D03F6CF3F6E}" dt="2019-07-25T03:58:30.869" v="2822"/>
        <pc:sldMkLst>
          <pc:docMk/>
          <pc:sldMk cId="3518228926" sldId="304"/>
        </pc:sldMkLst>
        <pc:spChg chg="del">
          <ac:chgData name="Stephen Wang" userId="2033283f466edd32" providerId="LiveId" clId="{E731BF8A-56E6-49C2-A82F-5D03F6CF3F6E}" dt="2019-07-23T06:04:08.929" v="1891" actId="478"/>
          <ac:spMkLst>
            <pc:docMk/>
            <pc:sldMk cId="3518228926" sldId="304"/>
            <ac:spMk id="4" creationId="{1F67FB1B-A3BE-45DF-B535-E6F4B2D44072}"/>
          </ac:spMkLst>
        </pc:spChg>
        <pc:spChg chg="add mod">
          <ac:chgData name="Stephen Wang" userId="2033283f466edd32" providerId="LiveId" clId="{E731BF8A-56E6-49C2-A82F-5D03F6CF3F6E}" dt="2019-07-23T06:04:08.929" v="1891" actId="478"/>
          <ac:spMkLst>
            <pc:docMk/>
            <pc:sldMk cId="3518228926" sldId="304"/>
            <ac:spMk id="5" creationId="{A330A5DD-5BFE-493C-8240-6E46C0E92339}"/>
          </ac:spMkLst>
        </pc:spChg>
        <pc:spChg chg="mod">
          <ac:chgData name="Stephen Wang" userId="2033283f466edd32" providerId="LiveId" clId="{E731BF8A-56E6-49C2-A82F-5D03F6CF3F6E}" dt="2019-07-23T06:04:05.095" v="1890" actId="20577"/>
          <ac:spMkLst>
            <pc:docMk/>
            <pc:sldMk cId="3518228926" sldId="304"/>
            <ac:spMk id="8" creationId="{C4B21C60-9080-4726-AE65-25607AEFC710}"/>
          </ac:spMkLst>
        </pc:spChg>
        <pc:spChg chg="add mod">
          <ac:chgData name="Stephen Wang" userId="2033283f466edd32" providerId="LiveId" clId="{E731BF8A-56E6-49C2-A82F-5D03F6CF3F6E}" dt="2019-07-23T06:04:08.929" v="1891" actId="478"/>
          <ac:spMkLst>
            <pc:docMk/>
            <pc:sldMk cId="3518228926" sldId="304"/>
            <ac:spMk id="9" creationId="{A0BE6B8D-32D7-4786-9465-07F82BDEC059}"/>
          </ac:spMkLst>
        </pc:spChg>
        <pc:picChg chg="del">
          <ac:chgData name="Stephen Wang" userId="2033283f466edd32" providerId="LiveId" clId="{E731BF8A-56E6-49C2-A82F-5D03F6CF3F6E}" dt="2019-07-23T06:04:08.929" v="1891" actId="478"/>
          <ac:picMkLst>
            <pc:docMk/>
            <pc:sldMk cId="3518228926" sldId="304"/>
            <ac:picMk id="7" creationId="{CF42CC5C-93C5-48B8-98FF-F1AA7753AB87}"/>
          </ac:picMkLst>
        </pc:picChg>
      </pc:sldChg>
      <pc:sldChg chg="addSp delSp modSp modTransition">
        <pc:chgData name="Stephen Wang" userId="2033283f466edd32" providerId="LiveId" clId="{E731BF8A-56E6-49C2-A82F-5D03F6CF3F6E}" dt="2019-07-25T03:58:30.869" v="2822"/>
        <pc:sldMkLst>
          <pc:docMk/>
          <pc:sldMk cId="2324166636" sldId="305"/>
        </pc:sldMkLst>
        <pc:spChg chg="mod">
          <ac:chgData name="Stephen Wang" userId="2033283f466edd32" providerId="LiveId" clId="{E731BF8A-56E6-49C2-A82F-5D03F6CF3F6E}" dt="2019-07-24T06:50:01.149" v="2331" actId="20577"/>
          <ac:spMkLst>
            <pc:docMk/>
            <pc:sldMk cId="2324166636" sldId="305"/>
            <ac:spMk id="5" creationId="{A330A5DD-5BFE-493C-8240-6E46C0E92339}"/>
          </ac:spMkLst>
        </pc:spChg>
        <pc:spChg chg="add del mod">
          <ac:chgData name="Stephen Wang" userId="2033283f466edd32" providerId="LiveId" clId="{E731BF8A-56E6-49C2-A82F-5D03F6CF3F6E}" dt="2019-07-24T06:07:27.890" v="2184"/>
          <ac:spMkLst>
            <pc:docMk/>
            <pc:sldMk cId="2324166636" sldId="305"/>
            <ac:spMk id="6" creationId="{9A130A6C-CD6F-45DE-BABB-522D1CA0DF37}"/>
          </ac:spMkLst>
        </pc:spChg>
        <pc:spChg chg="add del mod">
          <ac:chgData name="Stephen Wang" userId="2033283f466edd32" providerId="LiveId" clId="{E731BF8A-56E6-49C2-A82F-5D03F6CF3F6E}" dt="2019-07-24T06:07:37.657" v="2188"/>
          <ac:spMkLst>
            <pc:docMk/>
            <pc:sldMk cId="2324166636" sldId="305"/>
            <ac:spMk id="7" creationId="{AFB658FE-A38E-4D2F-A13E-CF27394BF334}"/>
          </ac:spMkLst>
        </pc:spChg>
        <pc:picChg chg="del">
          <ac:chgData name="Stephen Wang" userId="2033283f466edd32" providerId="LiveId" clId="{E731BF8A-56E6-49C2-A82F-5D03F6CF3F6E}" dt="2019-07-24T06:07:24.555" v="2183" actId="478"/>
          <ac:picMkLst>
            <pc:docMk/>
            <pc:sldMk cId="2324166636" sldId="305"/>
            <ac:picMk id="2" creationId="{D02536AD-3A0E-AF4A-8E34-FB4636E8168F}"/>
          </ac:picMkLst>
        </pc:picChg>
        <pc:picChg chg="add mod">
          <ac:chgData name="Stephen Wang" userId="2033283f466edd32" providerId="LiveId" clId="{E731BF8A-56E6-49C2-A82F-5D03F6CF3F6E}" dt="2019-07-24T06:10:41.697" v="2203" actId="14100"/>
          <ac:picMkLst>
            <pc:docMk/>
            <pc:sldMk cId="2324166636" sldId="305"/>
            <ac:picMk id="11" creationId="{47ADE34D-7ADF-4EEF-A00D-0F915E687128}"/>
          </ac:picMkLst>
        </pc:picChg>
        <pc:picChg chg="add del mod">
          <ac:chgData name="Stephen Wang" userId="2033283f466edd32" providerId="LiveId" clId="{E731BF8A-56E6-49C2-A82F-5D03F6CF3F6E}" dt="2019-07-24T06:07:32.607" v="2187" actId="478"/>
          <ac:picMkLst>
            <pc:docMk/>
            <pc:sldMk cId="2324166636" sldId="305"/>
            <ac:picMk id="1026" creationId="{345275A6-F14C-44D9-BDAF-097702E97B7E}"/>
          </ac:picMkLst>
        </pc:picChg>
        <pc:picChg chg="add mod">
          <ac:chgData name="Stephen Wang" userId="2033283f466edd32" providerId="LiveId" clId="{E731BF8A-56E6-49C2-A82F-5D03F6CF3F6E}" dt="2019-07-24T06:10:47.762" v="2205" actId="1076"/>
          <ac:picMkLst>
            <pc:docMk/>
            <pc:sldMk cId="2324166636" sldId="305"/>
            <ac:picMk id="1028" creationId="{AE29ED74-CEE5-4D3A-A01A-DD24559823AE}"/>
          </ac:picMkLst>
        </pc:picChg>
      </pc:sldChg>
      <pc:sldChg chg="modTransition">
        <pc:chgData name="Stephen Wang" userId="2033283f466edd32" providerId="LiveId" clId="{E731BF8A-56E6-49C2-A82F-5D03F6CF3F6E}" dt="2019-07-25T03:58:53.448" v="2823"/>
        <pc:sldMkLst>
          <pc:docMk/>
          <pc:sldMk cId="4077397376" sldId="306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1665721237" sldId="307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2591200897" sldId="308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4218159490" sldId="309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533785185" sldId="310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3954858917" sldId="311"/>
        </pc:sldMkLst>
      </pc:sldChg>
      <pc:sldChg chg="modSp modTransition">
        <pc:chgData name="Stephen Wang" userId="2033283f466edd32" providerId="LiveId" clId="{E731BF8A-56E6-49C2-A82F-5D03F6CF3F6E}" dt="2019-07-25T03:58:30.869" v="2822"/>
        <pc:sldMkLst>
          <pc:docMk/>
          <pc:sldMk cId="2842290374" sldId="312"/>
        </pc:sldMkLst>
        <pc:spChg chg="mod">
          <ac:chgData name="Stephen Wang" userId="2033283f466edd32" providerId="LiveId" clId="{E731BF8A-56E6-49C2-A82F-5D03F6CF3F6E}" dt="2019-07-24T06:12:43.638" v="2235" actId="255"/>
          <ac:spMkLst>
            <pc:docMk/>
            <pc:sldMk cId="2842290374" sldId="312"/>
            <ac:spMk id="10" creationId="{4F267BF2-7255-AD4C-963D-6B6AF25DC40F}"/>
          </ac:spMkLst>
        </pc:spChg>
      </pc:sldChg>
      <pc:sldChg chg="modTransition">
        <pc:chgData name="Stephen Wang" userId="2033283f466edd32" providerId="LiveId" clId="{E731BF8A-56E6-49C2-A82F-5D03F6CF3F6E}" dt="2019-07-25T11:07:35.498" v="2868"/>
        <pc:sldMkLst>
          <pc:docMk/>
          <pc:sldMk cId="3066881506" sldId="313"/>
        </pc:sldMkLst>
      </pc:sldChg>
      <pc:sldChg chg="modTransition">
        <pc:chgData name="Stephen Wang" userId="2033283f466edd32" providerId="LiveId" clId="{E731BF8A-56E6-49C2-A82F-5D03F6CF3F6E}" dt="2019-07-25T11:07:35.498" v="2868"/>
        <pc:sldMkLst>
          <pc:docMk/>
          <pc:sldMk cId="3188653736" sldId="314"/>
        </pc:sldMkLst>
      </pc:sldChg>
      <pc:sldChg chg="modTransition">
        <pc:chgData name="Stephen Wang" userId="2033283f466edd32" providerId="LiveId" clId="{E731BF8A-56E6-49C2-A82F-5D03F6CF3F6E}" dt="2019-07-25T11:07:35.498" v="2868"/>
        <pc:sldMkLst>
          <pc:docMk/>
          <pc:sldMk cId="3253813224" sldId="316"/>
        </pc:sldMkLst>
      </pc:sldChg>
      <pc:sldChg chg="modTransition">
        <pc:chgData name="Stephen Wang" userId="2033283f466edd32" providerId="LiveId" clId="{E731BF8A-56E6-49C2-A82F-5D03F6CF3F6E}" dt="2019-07-25T11:07:35.498" v="2868"/>
        <pc:sldMkLst>
          <pc:docMk/>
          <pc:sldMk cId="4069046688" sldId="317"/>
        </pc:sldMkLst>
      </pc:sldChg>
      <pc:sldChg chg="modSp modTransition">
        <pc:chgData name="Stephen Wang" userId="2033283f466edd32" providerId="LiveId" clId="{E731BF8A-56E6-49C2-A82F-5D03F6CF3F6E}" dt="2019-07-25T11:08:42.598" v="2870"/>
        <pc:sldMkLst>
          <pc:docMk/>
          <pc:sldMk cId="323710708" sldId="319"/>
        </pc:sldMkLst>
        <pc:spChg chg="mod">
          <ac:chgData name="Stephen Wang" userId="2033283f466edd32" providerId="LiveId" clId="{E731BF8A-56E6-49C2-A82F-5D03F6CF3F6E}" dt="2019-07-24T06:12:49.307" v="2236" actId="403"/>
          <ac:spMkLst>
            <pc:docMk/>
            <pc:sldMk cId="323710708" sldId="319"/>
            <ac:spMk id="4" creationId="{DDBE1609-01B2-3F45-B43B-E5C623E886C1}"/>
          </ac:spMkLst>
        </pc:spChg>
      </pc:sldChg>
      <pc:sldChg chg="modSp modTransition">
        <pc:chgData name="Stephen Wang" userId="2033283f466edd32" providerId="LiveId" clId="{E731BF8A-56E6-49C2-A82F-5D03F6CF3F6E}" dt="2019-07-25T11:08:42.598" v="2870"/>
        <pc:sldMkLst>
          <pc:docMk/>
          <pc:sldMk cId="262917334" sldId="321"/>
        </pc:sldMkLst>
        <pc:spChg chg="mod">
          <ac:chgData name="Stephen Wang" userId="2033283f466edd32" providerId="LiveId" clId="{E731BF8A-56E6-49C2-A82F-5D03F6CF3F6E}" dt="2019-07-24T06:13:01.041" v="2238" actId="1076"/>
          <ac:spMkLst>
            <pc:docMk/>
            <pc:sldMk cId="262917334" sldId="321"/>
            <ac:spMk id="4" creationId="{DDBE1609-01B2-3F45-B43B-E5C623E886C1}"/>
          </ac:spMkLst>
        </pc:spChg>
        <pc:picChg chg="mod">
          <ac:chgData name="Stephen Wang" userId="2033283f466edd32" providerId="LiveId" clId="{E731BF8A-56E6-49C2-A82F-5D03F6CF3F6E}" dt="2019-07-24T06:16:40.959" v="2240" actId="1076"/>
          <ac:picMkLst>
            <pc:docMk/>
            <pc:sldMk cId="262917334" sldId="321"/>
            <ac:picMk id="7" creationId="{989204F4-DFF1-6E4B-A036-BF3402624674}"/>
          </ac:picMkLst>
        </pc:picChg>
      </pc:sldChg>
      <pc:sldChg chg="modSp modTransition">
        <pc:chgData name="Stephen Wang" userId="2033283f466edd32" providerId="LiveId" clId="{E731BF8A-56E6-49C2-A82F-5D03F6CF3F6E}" dt="2019-07-25T03:58:53.448" v="2823"/>
        <pc:sldMkLst>
          <pc:docMk/>
          <pc:sldMk cId="1790590190" sldId="322"/>
        </pc:sldMkLst>
        <pc:spChg chg="mod">
          <ac:chgData name="Stephen Wang" userId="2033283f466edd32" providerId="LiveId" clId="{E731BF8A-56E6-49C2-A82F-5D03F6CF3F6E}" dt="2019-07-24T06:49:39.382" v="2310" actId="20577"/>
          <ac:spMkLst>
            <pc:docMk/>
            <pc:sldMk cId="1790590190" sldId="322"/>
            <ac:spMk id="4" creationId="{69C51D9E-F792-4069-A1B7-56FDA6317FEE}"/>
          </ac:spMkLst>
        </pc:spChg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195269797" sldId="323"/>
        </pc:sldMkLst>
      </pc:sldChg>
      <pc:sldChg chg="modSp add ord modTransition">
        <pc:chgData name="Stephen Wang" userId="2033283f466edd32" providerId="LiveId" clId="{E731BF8A-56E6-49C2-A82F-5D03F6CF3F6E}" dt="2019-07-25T03:58:30.869" v="2822"/>
        <pc:sldMkLst>
          <pc:docMk/>
          <pc:sldMk cId="2623896983" sldId="324"/>
        </pc:sldMkLst>
        <pc:spChg chg="mod">
          <ac:chgData name="Stephen Wang" userId="2033283f466edd32" providerId="LiveId" clId="{E731BF8A-56E6-49C2-A82F-5D03F6CF3F6E}" dt="2019-07-24T05:58:56.795" v="2182" actId="114"/>
          <ac:spMkLst>
            <pc:docMk/>
            <pc:sldMk cId="2623896983" sldId="324"/>
            <ac:spMk id="5" creationId="{A330A5DD-5BFE-493C-8240-6E46C0E92339}"/>
          </ac:spMkLst>
        </pc:spChg>
      </pc:sldChg>
      <pc:sldChg chg="addSp delSp modSp add modTransition">
        <pc:chgData name="Stephen Wang" userId="2033283f466edd32" providerId="LiveId" clId="{E731BF8A-56E6-49C2-A82F-5D03F6CF3F6E}" dt="2019-07-25T03:58:30.869" v="2822"/>
        <pc:sldMkLst>
          <pc:docMk/>
          <pc:sldMk cId="1897788599" sldId="325"/>
        </pc:sldMkLst>
        <pc:spChg chg="del">
          <ac:chgData name="Stephen Wang" userId="2033283f466edd32" providerId="LiveId" clId="{E731BF8A-56E6-49C2-A82F-5D03F6CF3F6E}" dt="2019-07-24T06:16:59.429" v="2242"/>
          <ac:spMkLst>
            <pc:docMk/>
            <pc:sldMk cId="1897788599" sldId="325"/>
            <ac:spMk id="2" creationId="{E84D183E-6D7C-4EF3-97D9-0012AA1F553C}"/>
          </ac:spMkLst>
        </pc:spChg>
        <pc:spChg chg="del">
          <ac:chgData name="Stephen Wang" userId="2033283f466edd32" providerId="LiveId" clId="{E731BF8A-56E6-49C2-A82F-5D03F6CF3F6E}" dt="2019-07-24T06:16:59.429" v="2242"/>
          <ac:spMkLst>
            <pc:docMk/>
            <pc:sldMk cId="1897788599" sldId="325"/>
            <ac:spMk id="4" creationId="{939A3CC6-6F99-4818-952C-16AAAD6D7C43}"/>
          </ac:spMkLst>
        </pc:spChg>
        <pc:spChg chg="del">
          <ac:chgData name="Stephen Wang" userId="2033283f466edd32" providerId="LiveId" clId="{E731BF8A-56E6-49C2-A82F-5D03F6CF3F6E}" dt="2019-07-24T06:16:59.429" v="2242"/>
          <ac:spMkLst>
            <pc:docMk/>
            <pc:sldMk cId="1897788599" sldId="325"/>
            <ac:spMk id="5" creationId="{4D37FDEA-5DB1-4549-8DC9-189FAFBA222C}"/>
          </ac:spMkLst>
        </pc:spChg>
        <pc:spChg chg="del">
          <ac:chgData name="Stephen Wang" userId="2033283f466edd32" providerId="LiveId" clId="{E731BF8A-56E6-49C2-A82F-5D03F6CF3F6E}" dt="2019-07-24T06:16:59.429" v="2242"/>
          <ac:spMkLst>
            <pc:docMk/>
            <pc:sldMk cId="1897788599" sldId="325"/>
            <ac:spMk id="6" creationId="{0F1968C2-D076-4462-8857-EE4222CF25C0}"/>
          </ac:spMkLst>
        </pc:spChg>
        <pc:spChg chg="del">
          <ac:chgData name="Stephen Wang" userId="2033283f466edd32" providerId="LiveId" clId="{E731BF8A-56E6-49C2-A82F-5D03F6CF3F6E}" dt="2019-07-24T06:16:59.429" v="2242"/>
          <ac:spMkLst>
            <pc:docMk/>
            <pc:sldMk cId="1897788599" sldId="325"/>
            <ac:spMk id="7" creationId="{5D361922-DC46-4572-82C9-97F83C09875E}"/>
          </ac:spMkLst>
        </pc:spChg>
        <pc:spChg chg="add mod">
          <ac:chgData name="Stephen Wang" userId="2033283f466edd32" providerId="LiveId" clId="{E731BF8A-56E6-49C2-A82F-5D03F6CF3F6E}" dt="2019-07-24T06:17:47.592" v="2258" actId="20577"/>
          <ac:spMkLst>
            <pc:docMk/>
            <pc:sldMk cId="1897788599" sldId="325"/>
            <ac:spMk id="8" creationId="{62DCDE16-855F-43C0-B547-A525A2424064}"/>
          </ac:spMkLst>
        </pc:spChg>
        <pc:spChg chg="add del mod">
          <ac:chgData name="Stephen Wang" userId="2033283f466edd32" providerId="LiveId" clId="{E731BF8A-56E6-49C2-A82F-5D03F6CF3F6E}" dt="2019-07-24T06:17:42.516" v="2243"/>
          <ac:spMkLst>
            <pc:docMk/>
            <pc:sldMk cId="1897788599" sldId="325"/>
            <ac:spMk id="9" creationId="{4F62FEE3-FF11-4763-B997-1A66A539C162}"/>
          </ac:spMkLst>
        </pc:spChg>
        <pc:spChg chg="add mod">
          <ac:chgData name="Stephen Wang" userId="2033283f466edd32" providerId="LiveId" clId="{E731BF8A-56E6-49C2-A82F-5D03F6CF3F6E}" dt="2019-07-24T06:19:06.888" v="2274" actId="1076"/>
          <ac:spMkLst>
            <pc:docMk/>
            <pc:sldMk cId="1897788599" sldId="325"/>
            <ac:spMk id="10" creationId="{56F5B954-F0D0-4C2E-8987-249CA47B3E79}"/>
          </ac:spMkLst>
        </pc:spChg>
        <pc:picChg chg="add mod">
          <ac:chgData name="Stephen Wang" userId="2033283f466edd32" providerId="LiveId" clId="{E731BF8A-56E6-49C2-A82F-5D03F6CF3F6E}" dt="2019-07-24T06:19:04.248" v="2273" actId="1076"/>
          <ac:picMkLst>
            <pc:docMk/>
            <pc:sldMk cId="1897788599" sldId="325"/>
            <ac:picMk id="11" creationId="{CD5E3735-AD15-4462-9C66-0BD8A03AE593}"/>
          </ac:picMkLst>
        </pc:picChg>
      </pc:sldChg>
      <pc:sldChg chg="addSp delSp modSp add ord modTransition">
        <pc:chgData name="Stephen Wang" userId="2033283f466edd32" providerId="LiveId" clId="{E731BF8A-56E6-49C2-A82F-5D03F6CF3F6E}" dt="2019-07-25T03:58:30.869" v="2822"/>
        <pc:sldMkLst>
          <pc:docMk/>
          <pc:sldMk cId="2783985761" sldId="326"/>
        </pc:sldMkLst>
        <pc:spChg chg="add del mod">
          <ac:chgData name="Stephen Wang" userId="2033283f466edd32" providerId="LiveId" clId="{E731BF8A-56E6-49C2-A82F-5D03F6CF3F6E}" dt="2019-07-24T06:59:25.755" v="2373"/>
          <ac:spMkLst>
            <pc:docMk/>
            <pc:sldMk cId="2783985761" sldId="326"/>
            <ac:spMk id="2" creationId="{CFC7495E-DE75-4512-BD60-99ACA213D8A1}"/>
          </ac:spMkLst>
        </pc:spChg>
        <pc:spChg chg="mod">
          <ac:chgData name="Stephen Wang" userId="2033283f466edd32" providerId="LiveId" clId="{E731BF8A-56E6-49C2-A82F-5D03F6CF3F6E}" dt="2019-07-24T06:59:21.261" v="2371" actId="20577"/>
          <ac:spMkLst>
            <pc:docMk/>
            <pc:sldMk cId="2783985761" sldId="326"/>
            <ac:spMk id="8" creationId="{62DCDE16-855F-43C0-B547-A525A2424064}"/>
          </ac:spMkLst>
        </pc:spChg>
        <pc:spChg chg="add mod">
          <ac:chgData name="Stephen Wang" userId="2033283f466edd32" providerId="LiveId" clId="{E731BF8A-56E6-49C2-A82F-5D03F6CF3F6E}" dt="2019-07-24T07:00:22.681" v="2378" actId="14100"/>
          <ac:spMkLst>
            <pc:docMk/>
            <pc:sldMk cId="2783985761" sldId="326"/>
            <ac:spMk id="9" creationId="{62A5F7C3-AF1B-4EF2-B51C-1B91E04E0E84}"/>
          </ac:spMkLst>
        </pc:spChg>
        <pc:spChg chg="mod">
          <ac:chgData name="Stephen Wang" userId="2033283f466edd32" providerId="LiveId" clId="{E731BF8A-56E6-49C2-A82F-5D03F6CF3F6E}" dt="2019-07-24T08:03:25.841" v="2394" actId="1076"/>
          <ac:spMkLst>
            <pc:docMk/>
            <pc:sldMk cId="2783985761" sldId="326"/>
            <ac:spMk id="10" creationId="{56F5B954-F0D0-4C2E-8987-249CA47B3E79}"/>
          </ac:spMkLst>
        </pc:spChg>
        <pc:picChg chg="add mod">
          <ac:chgData name="Stephen Wang" userId="2033283f466edd32" providerId="LiveId" clId="{E731BF8A-56E6-49C2-A82F-5D03F6CF3F6E}" dt="2019-07-24T06:59:25.755" v="2373"/>
          <ac:picMkLst>
            <pc:docMk/>
            <pc:sldMk cId="2783985761" sldId="326"/>
            <ac:picMk id="4" creationId="{A812F8D2-DC14-445C-AB1F-B855D57C004E}"/>
          </ac:picMkLst>
        </pc:picChg>
        <pc:picChg chg="del">
          <ac:chgData name="Stephen Wang" userId="2033283f466edd32" providerId="LiveId" clId="{E731BF8A-56E6-49C2-A82F-5D03F6CF3F6E}" dt="2019-07-24T06:59:24.275" v="2372" actId="478"/>
          <ac:picMkLst>
            <pc:docMk/>
            <pc:sldMk cId="2783985761" sldId="326"/>
            <ac:picMk id="11" creationId="{CD5E3735-AD15-4462-9C66-0BD8A03AE593}"/>
          </ac:picMkLst>
        </pc:picChg>
      </pc:sldChg>
      <pc:sldChg chg="modSp add modTransition">
        <pc:chgData name="Stephen Wang" userId="2033283f466edd32" providerId="LiveId" clId="{E731BF8A-56E6-49C2-A82F-5D03F6CF3F6E}" dt="2019-07-25T11:08:48.039" v="2871"/>
        <pc:sldMkLst>
          <pc:docMk/>
          <pc:sldMk cId="1791566511" sldId="327"/>
        </pc:sldMkLst>
        <pc:spChg chg="mod">
          <ac:chgData name="Stephen Wang" userId="2033283f466edd32" providerId="LiveId" clId="{E731BF8A-56E6-49C2-A82F-5D03F6CF3F6E}" dt="2019-07-24T08:09:04.328" v="2431" actId="20577"/>
          <ac:spMkLst>
            <pc:docMk/>
            <pc:sldMk cId="1791566511" sldId="327"/>
            <ac:spMk id="8" creationId="{62DCDE16-855F-43C0-B547-A525A2424064}"/>
          </ac:spMkLst>
        </pc:spChg>
        <pc:spChg chg="mod">
          <ac:chgData name="Stephen Wang" userId="2033283f466edd32" providerId="LiveId" clId="{E731BF8A-56E6-49C2-A82F-5D03F6CF3F6E}" dt="2019-07-24T09:36:44.403" v="2466" actId="14100"/>
          <ac:spMkLst>
            <pc:docMk/>
            <pc:sldMk cId="1791566511" sldId="327"/>
            <ac:spMk id="9" creationId="{62A5F7C3-AF1B-4EF2-B51C-1B91E04E0E84}"/>
          </ac:spMkLst>
        </pc:spChg>
        <pc:spChg chg="mod">
          <ac:chgData name="Stephen Wang" userId="2033283f466edd32" providerId="LiveId" clId="{E731BF8A-56E6-49C2-A82F-5D03F6CF3F6E}" dt="2019-07-24T09:02:25.207" v="2464" actId="14100"/>
          <ac:spMkLst>
            <pc:docMk/>
            <pc:sldMk cId="1791566511" sldId="327"/>
            <ac:spMk id="10" creationId="{56F5B954-F0D0-4C2E-8987-249CA47B3E79}"/>
          </ac:spMkLst>
        </pc:spChg>
      </pc:sldChg>
      <pc:sldChg chg="modSp add ord modTransition">
        <pc:chgData name="Stephen Wang" userId="2033283f466edd32" providerId="LiveId" clId="{E731BF8A-56E6-49C2-A82F-5D03F6CF3F6E}" dt="2019-07-25T11:08:48.039" v="2871"/>
        <pc:sldMkLst>
          <pc:docMk/>
          <pc:sldMk cId="3010853059" sldId="328"/>
        </pc:sldMkLst>
        <pc:spChg chg="mod">
          <ac:chgData name="Stephen Wang" userId="2033283f466edd32" providerId="LiveId" clId="{E731BF8A-56E6-49C2-A82F-5D03F6CF3F6E}" dt="2019-07-24T09:37:18.709" v="2475" actId="20577"/>
          <ac:spMkLst>
            <pc:docMk/>
            <pc:sldMk cId="3010853059" sldId="328"/>
            <ac:spMk id="8" creationId="{62DCDE16-855F-43C0-B547-A525A2424064}"/>
          </ac:spMkLst>
        </pc:spChg>
        <pc:spChg chg="mod">
          <ac:chgData name="Stephen Wang" userId="2033283f466edd32" providerId="LiveId" clId="{E731BF8A-56E6-49C2-A82F-5D03F6CF3F6E}" dt="2019-07-24T09:37:03.869" v="2470" actId="14100"/>
          <ac:spMkLst>
            <pc:docMk/>
            <pc:sldMk cId="3010853059" sldId="328"/>
            <ac:spMk id="9" creationId="{62A5F7C3-AF1B-4EF2-B51C-1B91E04E0E84}"/>
          </ac:spMkLst>
        </pc:spChg>
      </pc:sldChg>
      <pc:sldChg chg="modTransition">
        <pc:chgData name="Stephen Wang" userId="2033283f466edd32" providerId="LiveId" clId="{E731BF8A-56E6-49C2-A82F-5D03F6CF3F6E}" dt="2019-07-25T03:58:53.448" v="2823"/>
        <pc:sldMkLst>
          <pc:docMk/>
          <pc:sldMk cId="2476456100" sldId="329"/>
        </pc:sldMkLst>
      </pc:sldChg>
      <pc:sldChg chg="modTransition">
        <pc:chgData name="Stephen Wang" userId="2033283f466edd32" providerId="LiveId" clId="{E731BF8A-56E6-49C2-A82F-5D03F6CF3F6E}" dt="2019-07-25T03:58:53.448" v="2823"/>
        <pc:sldMkLst>
          <pc:docMk/>
          <pc:sldMk cId="717007096" sldId="330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3518695902" sldId="331"/>
        </pc:sldMkLst>
      </pc:sldChg>
      <pc:sldChg chg="modSp modTransition">
        <pc:chgData name="Stephen Wang" userId="2033283f466edd32" providerId="LiveId" clId="{E731BF8A-56E6-49C2-A82F-5D03F6CF3F6E}" dt="2019-07-25T11:09:04.316" v="2872"/>
        <pc:sldMkLst>
          <pc:docMk/>
          <pc:sldMk cId="1208344878" sldId="332"/>
        </pc:sldMkLst>
        <pc:spChg chg="mod">
          <ac:chgData name="Stephen Wang" userId="2033283f466edd32" providerId="LiveId" clId="{E731BF8A-56E6-49C2-A82F-5D03F6CF3F6E}" dt="2019-07-25T01:47:54.724" v="2477" actId="114"/>
          <ac:spMkLst>
            <pc:docMk/>
            <pc:sldMk cId="1208344878" sldId="332"/>
            <ac:spMk id="10" creationId="{56F5B954-F0D0-4C2E-8987-249CA47B3E79}"/>
          </ac:spMkLst>
        </pc:spChg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2982935085" sldId="333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3040318197" sldId="334"/>
        </pc:sldMkLst>
      </pc:sldChg>
      <pc:sldChg chg="modTransition">
        <pc:chgData name="Stephen Wang" userId="2033283f466edd32" providerId="LiveId" clId="{E731BF8A-56E6-49C2-A82F-5D03F6CF3F6E}" dt="2019-07-25T03:58:30.869" v="2822"/>
        <pc:sldMkLst>
          <pc:docMk/>
          <pc:sldMk cId="4067585419" sldId="335"/>
        </pc:sldMkLst>
      </pc:sldChg>
      <pc:sldChg chg="modSp add modTransition">
        <pc:chgData name="Stephen Wang" userId="2033283f466edd32" providerId="LiveId" clId="{E731BF8A-56E6-49C2-A82F-5D03F6CF3F6E}" dt="2019-07-25T03:58:53.448" v="2823"/>
        <pc:sldMkLst>
          <pc:docMk/>
          <pc:sldMk cId="3546045817" sldId="336"/>
        </pc:sldMkLst>
        <pc:spChg chg="mod">
          <ac:chgData name="Stephen Wang" userId="2033283f466edd32" providerId="LiveId" clId="{E731BF8A-56E6-49C2-A82F-5D03F6CF3F6E}" dt="2019-07-25T01:48:28.883" v="2491" actId="20577"/>
          <ac:spMkLst>
            <pc:docMk/>
            <pc:sldMk cId="3546045817" sldId="336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E731BF8A-56E6-49C2-A82F-5D03F6CF3F6E}" dt="2019-07-25T03:58:30.869" v="2822"/>
        <pc:sldMkLst>
          <pc:docMk/>
          <pc:sldMk cId="2420854033" sldId="337"/>
        </pc:sldMkLst>
        <pc:spChg chg="add del mod">
          <ac:chgData name="Stephen Wang" userId="2033283f466edd32" providerId="LiveId" clId="{E731BF8A-56E6-49C2-A82F-5D03F6CF3F6E}" dt="2019-07-25T03:33:35.134" v="2506"/>
          <ac:spMkLst>
            <pc:docMk/>
            <pc:sldMk cId="2420854033" sldId="337"/>
            <ac:spMk id="2" creationId="{44C8073F-2F74-48C2-8990-24FBBD1A9B8D}"/>
          </ac:spMkLst>
        </pc:spChg>
        <pc:spChg chg="mod">
          <ac:chgData name="Stephen Wang" userId="2033283f466edd32" providerId="LiveId" clId="{E731BF8A-56E6-49C2-A82F-5D03F6CF3F6E}" dt="2019-07-25T03:32:15.071" v="2494"/>
          <ac:spMkLst>
            <pc:docMk/>
            <pc:sldMk cId="2420854033" sldId="337"/>
            <ac:spMk id="8" creationId="{62DCDE16-855F-43C0-B547-A525A2424064}"/>
          </ac:spMkLst>
        </pc:spChg>
        <pc:spChg chg="mod">
          <ac:chgData name="Stephen Wang" userId="2033283f466edd32" providerId="LiveId" clId="{E731BF8A-56E6-49C2-A82F-5D03F6CF3F6E}" dt="2019-07-25T03:52:06.309" v="2742" actId="1076"/>
          <ac:spMkLst>
            <pc:docMk/>
            <pc:sldMk cId="2420854033" sldId="337"/>
            <ac:spMk id="10" creationId="{56F5B954-F0D0-4C2E-8987-249CA47B3E79}"/>
          </ac:spMkLst>
        </pc:spChg>
        <pc:picChg chg="del">
          <ac:chgData name="Stephen Wang" userId="2033283f466edd32" providerId="LiveId" clId="{E731BF8A-56E6-49C2-A82F-5D03F6CF3F6E}" dt="2019-07-25T03:33:31.055" v="2505" actId="478"/>
          <ac:picMkLst>
            <pc:docMk/>
            <pc:sldMk cId="2420854033" sldId="337"/>
            <ac:picMk id="11" creationId="{CD5E3735-AD15-4462-9C66-0BD8A03AE593}"/>
          </ac:picMkLst>
        </pc:picChg>
        <pc:picChg chg="add mod">
          <ac:chgData name="Stephen Wang" userId="2033283f466edd32" providerId="LiveId" clId="{E731BF8A-56E6-49C2-A82F-5D03F6CF3F6E}" dt="2019-07-25T03:34:26.001" v="2517" actId="1076"/>
          <ac:picMkLst>
            <pc:docMk/>
            <pc:sldMk cId="2420854033" sldId="337"/>
            <ac:picMk id="1026" creationId="{0079D545-A9C8-472D-9B85-1DE3D6C7685C}"/>
          </ac:picMkLst>
        </pc:picChg>
      </pc:sldChg>
      <pc:sldChg chg="addSp delSp modSp add ord modTransition">
        <pc:chgData name="Stephen Wang" userId="2033283f466edd32" providerId="LiveId" clId="{E731BF8A-56E6-49C2-A82F-5D03F6CF3F6E}" dt="2019-07-25T03:58:30.869" v="2822"/>
        <pc:sldMkLst>
          <pc:docMk/>
          <pc:sldMk cId="155362434" sldId="338"/>
        </pc:sldMkLst>
        <pc:spChg chg="add del mod">
          <ac:chgData name="Stephen Wang" userId="2033283f466edd32" providerId="LiveId" clId="{E731BF8A-56E6-49C2-A82F-5D03F6CF3F6E}" dt="2019-07-25T03:34:55.932" v="2520"/>
          <ac:spMkLst>
            <pc:docMk/>
            <pc:sldMk cId="155362434" sldId="338"/>
            <ac:spMk id="2" creationId="{65344AFE-805D-4B73-BEBC-C2D70F33061B}"/>
          </ac:spMkLst>
        </pc:spChg>
        <pc:spChg chg="mod">
          <ac:chgData name="Stephen Wang" userId="2033283f466edd32" providerId="LiveId" clId="{E731BF8A-56E6-49C2-A82F-5D03F6CF3F6E}" dt="2019-07-25T03:38:16.374" v="2615" actId="20577"/>
          <ac:spMkLst>
            <pc:docMk/>
            <pc:sldMk cId="155362434" sldId="338"/>
            <ac:spMk id="8" creationId="{62DCDE16-855F-43C0-B547-A525A2424064}"/>
          </ac:spMkLst>
        </pc:spChg>
        <pc:spChg chg="mod">
          <ac:chgData name="Stephen Wang" userId="2033283f466edd32" providerId="LiveId" clId="{E731BF8A-56E6-49C2-A82F-5D03F6CF3F6E}" dt="2019-07-25T03:37:05.339" v="2557" actId="1076"/>
          <ac:spMkLst>
            <pc:docMk/>
            <pc:sldMk cId="155362434" sldId="338"/>
            <ac:spMk id="10" creationId="{56F5B954-F0D0-4C2E-8987-249CA47B3E79}"/>
          </ac:spMkLst>
        </pc:spChg>
        <pc:picChg chg="del">
          <ac:chgData name="Stephen Wang" userId="2033283f466edd32" providerId="LiveId" clId="{E731BF8A-56E6-49C2-A82F-5D03F6CF3F6E}" dt="2019-07-25T03:34:53.769" v="2519" actId="478"/>
          <ac:picMkLst>
            <pc:docMk/>
            <pc:sldMk cId="155362434" sldId="338"/>
            <ac:picMk id="1026" creationId="{0079D545-A9C8-472D-9B85-1DE3D6C7685C}"/>
          </ac:picMkLst>
        </pc:picChg>
        <pc:picChg chg="add mod">
          <ac:chgData name="Stephen Wang" userId="2033283f466edd32" providerId="LiveId" clId="{E731BF8A-56E6-49C2-A82F-5D03F6CF3F6E}" dt="2019-07-25T03:37:08.324" v="2558" actId="1076"/>
          <ac:picMkLst>
            <pc:docMk/>
            <pc:sldMk cId="155362434" sldId="338"/>
            <ac:picMk id="2050" creationId="{C6A6F19E-2333-43F6-B36E-632595B6A81E}"/>
          </ac:picMkLst>
        </pc:picChg>
      </pc:sldChg>
      <pc:sldChg chg="addSp delSp modSp add modTransition">
        <pc:chgData name="Stephen Wang" userId="2033283f466edd32" providerId="LiveId" clId="{E731BF8A-56E6-49C2-A82F-5D03F6CF3F6E}" dt="2019-07-25T03:58:30.869" v="2822"/>
        <pc:sldMkLst>
          <pc:docMk/>
          <pc:sldMk cId="3738252754" sldId="339"/>
        </pc:sldMkLst>
        <pc:spChg chg="add del mod">
          <ac:chgData name="Stephen Wang" userId="2033283f466edd32" providerId="LiveId" clId="{E731BF8A-56E6-49C2-A82F-5D03F6CF3F6E}" dt="2019-07-25T03:54:04.639" v="2816"/>
          <ac:spMkLst>
            <pc:docMk/>
            <pc:sldMk cId="3738252754" sldId="339"/>
            <ac:spMk id="2" creationId="{D84AFD7A-C1B9-48FC-A2AE-133D112F3751}"/>
          </ac:spMkLst>
        </pc:spChg>
        <pc:spChg chg="mod">
          <ac:chgData name="Stephen Wang" userId="2033283f466edd32" providerId="LiveId" clId="{E731BF8A-56E6-49C2-A82F-5D03F6CF3F6E}" dt="2019-07-25T03:53:30.612" v="2814" actId="20577"/>
          <ac:spMkLst>
            <pc:docMk/>
            <pc:sldMk cId="3738252754" sldId="339"/>
            <ac:spMk id="8" creationId="{62DCDE16-855F-43C0-B547-A525A2424064}"/>
          </ac:spMkLst>
        </pc:spChg>
        <pc:spChg chg="mod">
          <ac:chgData name="Stephen Wang" userId="2033283f466edd32" providerId="LiveId" clId="{E731BF8A-56E6-49C2-A82F-5D03F6CF3F6E}" dt="2019-07-25T03:53:00.179" v="2757" actId="1076"/>
          <ac:spMkLst>
            <pc:docMk/>
            <pc:sldMk cId="3738252754" sldId="339"/>
            <ac:spMk id="10" creationId="{56F5B954-F0D0-4C2E-8987-249CA47B3E79}"/>
          </ac:spMkLst>
        </pc:spChg>
        <pc:picChg chg="del">
          <ac:chgData name="Stephen Wang" userId="2033283f466edd32" providerId="LiveId" clId="{E731BF8A-56E6-49C2-A82F-5D03F6CF3F6E}" dt="2019-07-25T03:54:01.759" v="2815" actId="478"/>
          <ac:picMkLst>
            <pc:docMk/>
            <pc:sldMk cId="3738252754" sldId="339"/>
            <ac:picMk id="1026" creationId="{0079D545-A9C8-472D-9B85-1DE3D6C7685C}"/>
          </ac:picMkLst>
        </pc:picChg>
        <pc:picChg chg="add mod">
          <ac:chgData name="Stephen Wang" userId="2033283f466edd32" providerId="LiveId" clId="{E731BF8A-56E6-49C2-A82F-5D03F6CF3F6E}" dt="2019-07-25T03:54:17.970" v="2820" actId="1076"/>
          <ac:picMkLst>
            <pc:docMk/>
            <pc:sldMk cId="3738252754" sldId="339"/>
            <ac:picMk id="3074" creationId="{C58135CD-3323-4795-BFE3-9023A0A3ACC7}"/>
          </ac:picMkLst>
        </pc:picChg>
      </pc:sldChg>
      <pc:sldChg chg="addSp delSp modSp add ord modAnim">
        <pc:chgData name="Stephen Wang" userId="2033283f466edd32" providerId="LiveId" clId="{E731BF8A-56E6-49C2-A82F-5D03F6CF3F6E}" dt="2019-07-25T05:49:04.684" v="2864" actId="14100"/>
        <pc:sldMkLst>
          <pc:docMk/>
          <pc:sldMk cId="1983570159" sldId="340"/>
        </pc:sldMkLst>
        <pc:spChg chg="add del mod">
          <ac:chgData name="Stephen Wang" userId="2033283f466edd32" providerId="LiveId" clId="{E731BF8A-56E6-49C2-A82F-5D03F6CF3F6E}" dt="2019-07-25T05:48:41.969" v="2860"/>
          <ac:spMkLst>
            <pc:docMk/>
            <pc:sldMk cId="1983570159" sldId="340"/>
            <ac:spMk id="2" creationId="{96F12CB0-A62C-465D-8D95-44E5CA42438C}"/>
          </ac:spMkLst>
        </pc:spChg>
        <pc:spChg chg="add del mod">
          <ac:chgData name="Stephen Wang" userId="2033283f466edd32" providerId="LiveId" clId="{E731BF8A-56E6-49C2-A82F-5D03F6CF3F6E}" dt="2019-07-25T05:48:41.969" v="2860"/>
          <ac:spMkLst>
            <pc:docMk/>
            <pc:sldMk cId="1983570159" sldId="340"/>
            <ac:spMk id="4" creationId="{4E05E5E1-A1D3-4086-8337-0770750556B7}"/>
          </ac:spMkLst>
        </pc:spChg>
        <pc:spChg chg="add del mod">
          <ac:chgData name="Stephen Wang" userId="2033283f466edd32" providerId="LiveId" clId="{E731BF8A-56E6-49C2-A82F-5D03F6CF3F6E}" dt="2019-07-25T05:49:00.907" v="2862"/>
          <ac:spMkLst>
            <pc:docMk/>
            <pc:sldMk cId="1983570159" sldId="340"/>
            <ac:spMk id="5" creationId="{84136BAE-D45B-4D17-A9A8-34E2A5D3AA3D}"/>
          </ac:spMkLst>
        </pc:spChg>
        <pc:spChg chg="mod">
          <ac:chgData name="Stephen Wang" userId="2033283f466edd32" providerId="LiveId" clId="{E731BF8A-56E6-49C2-A82F-5D03F6CF3F6E}" dt="2019-07-25T04:01:36.535" v="2858" actId="20577"/>
          <ac:spMkLst>
            <pc:docMk/>
            <pc:sldMk cId="1983570159" sldId="340"/>
            <ac:spMk id="8" creationId="{62DCDE16-855F-43C0-B547-A525A2424064}"/>
          </ac:spMkLst>
        </pc:spChg>
        <pc:spChg chg="del">
          <ac:chgData name="Stephen Wang" userId="2033283f466edd32" providerId="LiveId" clId="{E731BF8A-56E6-49C2-A82F-5D03F6CF3F6E}" dt="2019-07-25T04:01:40.117" v="2859" actId="478"/>
          <ac:spMkLst>
            <pc:docMk/>
            <pc:sldMk cId="1983570159" sldId="340"/>
            <ac:spMk id="10" creationId="{56F5B954-F0D0-4C2E-8987-249CA47B3E79}"/>
          </ac:spMkLst>
        </pc:spChg>
        <pc:picChg chg="add mod">
          <ac:chgData name="Stephen Wang" userId="2033283f466edd32" providerId="LiveId" clId="{E731BF8A-56E6-49C2-A82F-5D03F6CF3F6E}" dt="2019-07-25T05:49:04.684" v="2864" actId="14100"/>
          <ac:picMkLst>
            <pc:docMk/>
            <pc:sldMk cId="1983570159" sldId="340"/>
            <ac:picMk id="6" creationId="{360B117D-68AD-46F7-87C4-AB54A4FBC31D}"/>
          </ac:picMkLst>
        </pc:picChg>
        <pc:picChg chg="del">
          <ac:chgData name="Stephen Wang" userId="2033283f466edd32" providerId="LiveId" clId="{E731BF8A-56E6-49C2-A82F-5D03F6CF3F6E}" dt="2019-07-25T04:01:40.117" v="2859" actId="478"/>
          <ac:picMkLst>
            <pc:docMk/>
            <pc:sldMk cId="1983570159" sldId="340"/>
            <ac:picMk id="1026" creationId="{0079D545-A9C8-472D-9B85-1DE3D6C7685C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099A2C-C370-4530-BF33-47C3AB493243}" type="datetimeFigureOut">
              <a:rPr lang="en-AU" smtClean="0"/>
              <a:t>10/9/20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E4B725-2203-4ED2-9256-A661C18EFA60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32654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1EDE8F-5748-564A-B104-45C8D6344219}" type="slidenum">
              <a:rPr kumimoji="1" lang="zh-CN" altLang="en-US" smtClean="0"/>
              <a:t>2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02666405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55868544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63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21326372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33855824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Click central icon to add picture or pattern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32500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2680219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12204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73" name="Subtitle 72">
            <a:extLst>
              <a:ext uri="{FF2B5EF4-FFF2-40B4-BE49-F238E27FC236}">
                <a16:creationId xmlns:a16="http://schemas.microsoft.com/office/drawing/2014/main" id="{2993D1DC-23D0-40CA-BA80-0CCA239AC6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484000" rIns="1404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39" name="Text Placeholder 140">
            <a:extLst>
              <a:ext uri="{FF2B5EF4-FFF2-40B4-BE49-F238E27FC236}">
                <a16:creationId xmlns:a16="http://schemas.microsoft.com/office/drawing/2014/main" id="{57544754-61DA-4535-96B6-21D24A61885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08BE5594-C448-4AC9-B08C-E09264A1634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443970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6557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Click central icon to add picture or pattern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/>
              <a:t>Click to add partner logos</a:t>
            </a:r>
          </a:p>
        </p:txBody>
      </p:sp>
      <p:sp>
        <p:nvSpPr>
          <p:cNvPr id="81" name="Text Placeholder 135">
            <a:extLst>
              <a:ext uri="{FF2B5EF4-FFF2-40B4-BE49-F238E27FC236}">
                <a16:creationId xmlns:a16="http://schemas.microsoft.com/office/drawing/2014/main" id="{440AA25A-4016-4893-8A83-7E439342033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724630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76837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29166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6" y="1532415"/>
            <a:ext cx="11408409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834285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7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24765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6504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7" y="1532415"/>
            <a:ext cx="11408408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84868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11408408" cy="4459189"/>
          </a:xfrm>
        </p:spPr>
        <p:txBody>
          <a:bodyPr numCol="3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423349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6538648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814888" y="0"/>
            <a:ext cx="738981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262967" y="1167579"/>
            <a:ext cx="4549775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22" name="Subtitle 21">
            <a:extLst>
              <a:ext uri="{FF2B5EF4-FFF2-40B4-BE49-F238E27FC236}">
                <a16:creationId xmlns:a16="http://schemas.microsoft.com/office/drawing/2014/main" id="{8342C053-5A99-403F-B0F2-E86B39C4B7D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74179" y="0"/>
            <a:ext cx="7417821" cy="6879660"/>
          </a:xfrm>
          <a:custGeom>
            <a:avLst/>
            <a:gdLst>
              <a:gd name="connsiteX0" fmla="*/ 1033462 w 4551363"/>
              <a:gd name="connsiteY0" fmla="*/ 0 h 4221163"/>
              <a:gd name="connsiteX1" fmla="*/ 4551363 w 4551363"/>
              <a:gd name="connsiteY1" fmla="*/ 0 h 4221163"/>
              <a:gd name="connsiteX2" fmla="*/ 4551363 w 4551363"/>
              <a:gd name="connsiteY2" fmla="*/ 4221163 h 4221163"/>
              <a:gd name="connsiteX3" fmla="*/ 1033462 w 4551363"/>
              <a:gd name="connsiteY3" fmla="*/ 4221163 h 4221163"/>
              <a:gd name="connsiteX4" fmla="*/ 0 w 4551363"/>
              <a:gd name="connsiteY4" fmla="*/ 3949701 h 422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1363" h="4221163">
                <a:moveTo>
                  <a:pt x="1033462" y="0"/>
                </a:moveTo>
                <a:lnTo>
                  <a:pt x="4551363" y="0"/>
                </a:lnTo>
                <a:lnTo>
                  <a:pt x="4551363" y="4221163"/>
                </a:lnTo>
                <a:lnTo>
                  <a:pt x="1033462" y="4221163"/>
                </a:lnTo>
                <a:lnTo>
                  <a:pt x="0" y="394970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Divider slide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2782490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45802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142" name="Picture Placeholder 141">
            <a:extLst>
              <a:ext uri="{FF2B5EF4-FFF2-40B4-BE49-F238E27FC236}">
                <a16:creationId xmlns:a16="http://schemas.microsoft.com/office/drawing/2014/main" id="{7FEBB377-447E-4F52-87D8-8001155A75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99359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73BB30E9-8493-45E3-BD7E-FD5DCB0129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BCF2E7B2-D01F-4846-9FFF-96A7F01CE4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7687D4E3-DA82-4B62-B19A-86F31731977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Rectangle 5">
              <a:extLst>
                <a:ext uri="{FF2B5EF4-FFF2-40B4-BE49-F238E27FC236}">
                  <a16:creationId xmlns:a16="http://schemas.microsoft.com/office/drawing/2014/main" id="{B5576FAF-F3E1-4CC5-B88B-0198F2105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F87E52B1-38C9-4E33-AAF3-BF06500A3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836EB3B1-3E19-4A0A-A9DE-B85EC78B0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A541583E-90FA-4A04-9BB4-DF54DE6748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F1BCBE3-95B4-473B-B2BB-88B2A4D46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570EB87D-7139-4FCE-8AD0-F04539A8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BCD13869-C734-4744-9966-1E45BC7E7B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FA510161-0890-48DC-A1C7-4BC9C39F89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3">
              <a:extLst>
                <a:ext uri="{FF2B5EF4-FFF2-40B4-BE49-F238E27FC236}">
                  <a16:creationId xmlns:a16="http://schemas.microsoft.com/office/drawing/2014/main" id="{A94FCB9B-2163-47FE-A471-2F08FDD89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D43D310D-82EB-45FB-9575-7A05EC97BA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C27E9B67-E811-420C-B457-B01D5DA938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202E0DEF-5320-414A-9D09-9F04D307F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CDE55A6-B058-43BF-82AD-E2CF701CE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E76D96D4-DB64-4D87-93A0-8CF7BF7C4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09C9CCA1-C999-4358-BCFB-93A526B93A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091B2AA6-BAFC-4C63-B6E5-E567B0781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F5352-9E79-422D-A715-9F8798C83E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94E48EF3-5490-4793-84A1-99F9541C9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FF2C4395-852E-4B55-9169-B80758CCD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4A470D8C-6B28-4432-B2DC-BB7F4AAD0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51494A52-CCA4-4E8F-B96C-7191A78BEA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F9581B5B-4CC9-40EF-B351-1E0844E779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B36CE5E6-82DB-4EC4-B8F2-00441C7F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CB0DDE8-E457-4049-A1B5-9DC1A38E54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F582F19F-50DB-4CD0-9261-9F3D4369DE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3238F99-8877-414A-B15E-AC6904170A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4BB808B9-70D1-4973-9B42-7047A609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F9C9A6F1-DCA9-40C4-A241-EAD329309E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0AEF41F-FC56-4890-9142-E6A51D258B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6145C89F-8512-4401-B52C-D9558C1D01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ED9CFB26-B8E6-48B1-A29F-24EB666228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6E85637-D434-4429-B291-1ECF3AEA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30C150FF-3376-469B-9681-2D2C44986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434EB90B-7746-4C60-9E11-00C8E6B4B1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7426CC65-8A41-4481-9E5D-C5331B6EE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97E7B34D-0DDF-4DE2-99C4-6BC45D794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6FC8D70A-8526-4C79-92C2-97301B914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39BE5684-35BB-46F4-9C5C-EAF067BC62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5089B3F9-64DE-4CB8-BF0E-34B007F8C7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4FECBD9-B54C-4D5A-A9AA-E7619DF761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ADCA952-0EDE-409C-B4D0-54FF479FCE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119A132-F0A3-4452-851C-D950D84D53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BEC3E088-80FD-4804-92A1-2E76BA051D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EA438C2B-5159-428A-AB6D-0446066C3F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65B120BA-B006-4B6A-8DA5-F28EA6CDD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AB954FAD-8B27-4E4D-A4ED-D5FB03A7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D653A1E5-8205-431C-8097-803798E04C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54533794-0E7B-4B02-8F24-BDC83126E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D4D327AA-0BF7-4AB8-91E9-11F76213D3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8AB14D4-E7E1-4D1E-8B5C-B1A1653B91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9424AD2E-65D9-4F30-9676-D28A85EE68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F382EF80-0B77-4D44-B4FF-8B6BE2567C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92C5A2A8-B427-43AB-B91C-75984A933E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E9704698-3565-478A-9D58-D0A9430F2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E5B6714A-DEAD-4521-A9A6-9E2A55F92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EC562B80-8A9A-4CB6-84CD-035DC0A57C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F6A42320-400F-45BF-9470-203CFA636A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35">
            <a:extLst>
              <a:ext uri="{FF2B5EF4-FFF2-40B4-BE49-F238E27FC236}">
                <a16:creationId xmlns:a16="http://schemas.microsoft.com/office/drawing/2014/main" id="{481E019A-1F81-4852-8272-EA711EFF70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9135734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3DFE5C-9D27-413D-8A78-400F1804388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86210798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400702" cy="887360"/>
          </a:xfrm>
        </p:spPr>
        <p:txBody>
          <a:bodyPr/>
          <a:lstStyle>
            <a:lvl1pPr>
              <a:defRPr lang="en-AU" dirty="0"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241680" y="433468"/>
            <a:ext cx="4516849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818" t="-6998" r="-14598" b="-250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/>
              <a:t>Click icon to add image of presenter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FAC858D-C943-4AF2-ADB4-A578F396684B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D73D3F0-5814-4D17-B429-BC41662F4189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16357" y="1532415"/>
            <a:ext cx="6513110" cy="4454837"/>
          </a:xfrm>
        </p:spPr>
        <p:txBody>
          <a:bodyPr/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AU" dirty="0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7704854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6974CE-5775-4767-8B2D-E006DC5555FD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97E5B4-99B2-4696-8ED1-B7AB1747A2A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6329430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136EA4-84ED-4506-A242-5F0C906222B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7D72EC5-4F70-48F3-89D4-91D2D67BE51B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10718A-D70B-4A4B-A26A-0BF5E34D0069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41331653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2A85445C-DF4B-4BAF-BA3E-2C7E13C6966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FBB8C37-F6A7-408B-AED7-05A293BD9B5C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17EB9A-C91F-4B28-8363-238C69D8FF4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34025247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E0A0B3FD-4538-4369-83B6-70C4DFCECFF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B2A43BD1-0F4A-4FE6-96C0-15FBFE85BD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95DF14-2515-429C-B3CC-7063B560D420}"/>
              </a:ext>
            </a:extLst>
          </p:cNvPr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923CC6-05EA-4B5E-8619-45B5D426CFF2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7526296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10839546" y="101089"/>
            <a:ext cx="1245238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Use this for dark images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Use this for light images</a:t>
            </a:r>
            <a:br>
              <a:rPr lang="en-AU" noProof="0"/>
            </a:br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52462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39" name="Picture Placeholder 138">
            <a:extLst>
              <a:ext uri="{FF2B5EF4-FFF2-40B4-BE49-F238E27FC236}">
                <a16:creationId xmlns:a16="http://schemas.microsoft.com/office/drawing/2014/main" id="{D87FD7A2-8AF9-450B-AA84-809A435321D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3522183"/>
            <a:ext cx="4772203" cy="1227635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Bef>
                <a:spcPts val="500"/>
              </a:spcBef>
              <a:spcAft>
                <a:spcPts val="0"/>
              </a:spcAft>
              <a:buNone/>
              <a:defRPr sz="2000" b="1">
                <a:solidFill>
                  <a:schemeClr val="accent2"/>
                </a:solidFill>
                <a:latin typeface="+mn-lt"/>
              </a:defRPr>
            </a:lvl1pPr>
            <a:lvl2pPr marL="0" indent="0" algn="l">
              <a:spcBef>
                <a:spcPts val="500"/>
              </a:spcBef>
              <a:buNone/>
              <a:defRPr sz="2000" b="0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subtitle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 userDrawn="1"/>
        </p:nvSpPr>
        <p:spPr>
          <a:xfrm>
            <a:off x="514871" y="2525876"/>
            <a:ext cx="3164224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0240AC5B-4C6A-426A-B2D7-877F8935F4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E5A84B8F-F202-4882-842F-83827F0172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EC37A7B2-975C-4770-92F5-8992CA55725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1" name="AutoShape 3">
              <a:extLst>
                <a:ext uri="{FF2B5EF4-FFF2-40B4-BE49-F238E27FC236}">
                  <a16:creationId xmlns:a16="http://schemas.microsoft.com/office/drawing/2014/main" id="{54F552E3-D38D-41BC-82E3-60C99794836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Rectangle 5">
              <a:extLst>
                <a:ext uri="{FF2B5EF4-FFF2-40B4-BE49-F238E27FC236}">
                  <a16:creationId xmlns:a16="http://schemas.microsoft.com/office/drawing/2014/main" id="{569FA1AE-C9C3-462F-A77A-B6BBCF918C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6">
              <a:extLst>
                <a:ext uri="{FF2B5EF4-FFF2-40B4-BE49-F238E27FC236}">
                  <a16:creationId xmlns:a16="http://schemas.microsoft.com/office/drawing/2014/main" id="{6DB2EA32-9261-498B-830E-2FBDFA157F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7">
              <a:extLst>
                <a:ext uri="{FF2B5EF4-FFF2-40B4-BE49-F238E27FC236}">
                  <a16:creationId xmlns:a16="http://schemas.microsoft.com/office/drawing/2014/main" id="{EFF73E3A-06C3-4974-93E2-696040A8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C4DC2C60-02AB-49AD-B3DD-BBCF7166C8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30961497-8835-4080-AFE2-534351DE26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0">
              <a:extLst>
                <a:ext uri="{FF2B5EF4-FFF2-40B4-BE49-F238E27FC236}">
                  <a16:creationId xmlns:a16="http://schemas.microsoft.com/office/drawing/2014/main" id="{E68F9C23-752D-42BE-A4E5-9B68536C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:a16="http://schemas.microsoft.com/office/drawing/2014/main" id="{13FC5098-8507-4098-93FB-F2624FFC64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7E5888E8-4F68-4921-8A2B-AEC299F6A1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3">
              <a:extLst>
                <a:ext uri="{FF2B5EF4-FFF2-40B4-BE49-F238E27FC236}">
                  <a16:creationId xmlns:a16="http://schemas.microsoft.com/office/drawing/2014/main" id="{B67C5942-8CB4-499B-AA8B-12470AC8A7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4">
              <a:extLst>
                <a:ext uri="{FF2B5EF4-FFF2-40B4-BE49-F238E27FC236}">
                  <a16:creationId xmlns:a16="http://schemas.microsoft.com/office/drawing/2014/main" id="{7AD189ED-F890-4E02-8D27-6A3CE26489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5">
              <a:extLst>
                <a:ext uri="{FF2B5EF4-FFF2-40B4-BE49-F238E27FC236}">
                  <a16:creationId xmlns:a16="http://schemas.microsoft.com/office/drawing/2014/main" id="{A694629D-32D1-4504-B143-297920522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6">
              <a:extLst>
                <a:ext uri="{FF2B5EF4-FFF2-40B4-BE49-F238E27FC236}">
                  <a16:creationId xmlns:a16="http://schemas.microsoft.com/office/drawing/2014/main" id="{2412EA18-A215-4DFD-A0A6-2AD409F48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4E0E6D7-A2DC-410B-9822-C2D716A99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D7B7983B-BA78-4770-8F07-998CF704F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A748B14A-0908-4434-A2E9-F3E4992B20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9A723747-6853-43C4-AAB4-C1C0C93D99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Rectangle 21">
              <a:extLst>
                <a:ext uri="{FF2B5EF4-FFF2-40B4-BE49-F238E27FC236}">
                  <a16:creationId xmlns:a16="http://schemas.microsoft.com/office/drawing/2014/main" id="{135592F9-D2BB-451E-96FF-092A1EE1A3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2">
              <a:extLst>
                <a:ext uri="{FF2B5EF4-FFF2-40B4-BE49-F238E27FC236}">
                  <a16:creationId xmlns:a16="http://schemas.microsoft.com/office/drawing/2014/main" id="{745670F2-51EA-4EA7-A414-FB609C350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3">
              <a:extLst>
                <a:ext uri="{FF2B5EF4-FFF2-40B4-BE49-F238E27FC236}">
                  <a16:creationId xmlns:a16="http://schemas.microsoft.com/office/drawing/2014/main" id="{99B68E36-21CB-49F9-8DAA-F892BB3F7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4">
              <a:extLst>
                <a:ext uri="{FF2B5EF4-FFF2-40B4-BE49-F238E27FC236}">
                  <a16:creationId xmlns:a16="http://schemas.microsoft.com/office/drawing/2014/main" id="{F07D88E7-14BD-4576-AC88-8D241E6B93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5">
              <a:extLst>
                <a:ext uri="{FF2B5EF4-FFF2-40B4-BE49-F238E27FC236}">
                  <a16:creationId xmlns:a16="http://schemas.microsoft.com/office/drawing/2014/main" id="{BCAAAD9F-0A1F-49A6-A4DE-A5A523C546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6">
              <a:extLst>
                <a:ext uri="{FF2B5EF4-FFF2-40B4-BE49-F238E27FC236}">
                  <a16:creationId xmlns:a16="http://schemas.microsoft.com/office/drawing/2014/main" id="{DA1B6F50-51ED-4149-9C09-11E8008977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7">
              <a:extLst>
                <a:ext uri="{FF2B5EF4-FFF2-40B4-BE49-F238E27FC236}">
                  <a16:creationId xmlns:a16="http://schemas.microsoft.com/office/drawing/2014/main" id="{0AC74EF2-F419-4368-912E-71A0EA81D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8">
              <a:extLst>
                <a:ext uri="{FF2B5EF4-FFF2-40B4-BE49-F238E27FC236}">
                  <a16:creationId xmlns:a16="http://schemas.microsoft.com/office/drawing/2014/main" id="{1C171149-6E4E-4D78-AB93-8E367FDD9F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29">
              <a:extLst>
                <a:ext uri="{FF2B5EF4-FFF2-40B4-BE49-F238E27FC236}">
                  <a16:creationId xmlns:a16="http://schemas.microsoft.com/office/drawing/2014/main" id="{A815DF7B-E424-42AB-A6AB-634DA40688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0">
              <a:extLst>
                <a:ext uri="{FF2B5EF4-FFF2-40B4-BE49-F238E27FC236}">
                  <a16:creationId xmlns:a16="http://schemas.microsoft.com/office/drawing/2014/main" id="{66BD8C37-8BC5-45CD-B87D-5AFE1A70D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1">
              <a:extLst>
                <a:ext uri="{FF2B5EF4-FFF2-40B4-BE49-F238E27FC236}">
                  <a16:creationId xmlns:a16="http://schemas.microsoft.com/office/drawing/2014/main" id="{2CEB33A3-B63A-4808-96DD-C5F24BF9A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2">
              <a:extLst>
                <a:ext uri="{FF2B5EF4-FFF2-40B4-BE49-F238E27FC236}">
                  <a16:creationId xmlns:a16="http://schemas.microsoft.com/office/drawing/2014/main" id="{C313A88E-E4EB-47A3-9504-3CBEC9DA29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4">
              <a:extLst>
                <a:ext uri="{FF2B5EF4-FFF2-40B4-BE49-F238E27FC236}">
                  <a16:creationId xmlns:a16="http://schemas.microsoft.com/office/drawing/2014/main" id="{56F05306-E858-4AD6-9044-0829EB27D9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5">
              <a:extLst>
                <a:ext uri="{FF2B5EF4-FFF2-40B4-BE49-F238E27FC236}">
                  <a16:creationId xmlns:a16="http://schemas.microsoft.com/office/drawing/2014/main" id="{32901447-608B-4121-B7E4-6FCEAEA25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6">
              <a:extLst>
                <a:ext uri="{FF2B5EF4-FFF2-40B4-BE49-F238E27FC236}">
                  <a16:creationId xmlns:a16="http://schemas.microsoft.com/office/drawing/2014/main" id="{39190006-5196-47DB-99AE-94D3B7F04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7">
              <a:extLst>
                <a:ext uri="{FF2B5EF4-FFF2-40B4-BE49-F238E27FC236}">
                  <a16:creationId xmlns:a16="http://schemas.microsoft.com/office/drawing/2014/main" id="{8604054B-C93B-45A8-AB0E-E434861452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8">
              <a:extLst>
                <a:ext uri="{FF2B5EF4-FFF2-40B4-BE49-F238E27FC236}">
                  <a16:creationId xmlns:a16="http://schemas.microsoft.com/office/drawing/2014/main" id="{D0EFF960-9F83-4FFE-BF82-B52577442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39">
              <a:extLst>
                <a:ext uri="{FF2B5EF4-FFF2-40B4-BE49-F238E27FC236}">
                  <a16:creationId xmlns:a16="http://schemas.microsoft.com/office/drawing/2014/main" id="{99D3D888-B3BA-4D97-B256-1108E2C3F2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0">
              <a:extLst>
                <a:ext uri="{FF2B5EF4-FFF2-40B4-BE49-F238E27FC236}">
                  <a16:creationId xmlns:a16="http://schemas.microsoft.com/office/drawing/2014/main" id="{7F59FA3C-1276-422B-80A8-04EF5B7FFB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1">
              <a:extLst>
                <a:ext uri="{FF2B5EF4-FFF2-40B4-BE49-F238E27FC236}">
                  <a16:creationId xmlns:a16="http://schemas.microsoft.com/office/drawing/2014/main" id="{0F1A5475-0A1C-4B1A-97EC-5E3CD8067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2">
              <a:extLst>
                <a:ext uri="{FF2B5EF4-FFF2-40B4-BE49-F238E27FC236}">
                  <a16:creationId xmlns:a16="http://schemas.microsoft.com/office/drawing/2014/main" id="{A3DDBAEE-DF7C-4EC8-94DD-05D69B1CD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3">
              <a:extLst>
                <a:ext uri="{FF2B5EF4-FFF2-40B4-BE49-F238E27FC236}">
                  <a16:creationId xmlns:a16="http://schemas.microsoft.com/office/drawing/2014/main" id="{D5F93DF4-E313-489C-8E2A-B483A92DE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4">
              <a:extLst>
                <a:ext uri="{FF2B5EF4-FFF2-40B4-BE49-F238E27FC236}">
                  <a16:creationId xmlns:a16="http://schemas.microsoft.com/office/drawing/2014/main" id="{4DC15CBD-9941-4E37-A8B4-F231D3B3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5">
              <a:extLst>
                <a:ext uri="{FF2B5EF4-FFF2-40B4-BE49-F238E27FC236}">
                  <a16:creationId xmlns:a16="http://schemas.microsoft.com/office/drawing/2014/main" id="{9ADB481C-21A1-49F8-ACE4-4CD0729D9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6">
              <a:extLst>
                <a:ext uri="{FF2B5EF4-FFF2-40B4-BE49-F238E27FC236}">
                  <a16:creationId xmlns:a16="http://schemas.microsoft.com/office/drawing/2014/main" id="{E4D2031E-0A6F-4C49-9ED4-AB51D06F0F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7">
              <a:extLst>
                <a:ext uri="{FF2B5EF4-FFF2-40B4-BE49-F238E27FC236}">
                  <a16:creationId xmlns:a16="http://schemas.microsoft.com/office/drawing/2014/main" id="{C44C9E42-3F3B-4C13-A2DA-02F22BA28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8">
              <a:extLst>
                <a:ext uri="{FF2B5EF4-FFF2-40B4-BE49-F238E27FC236}">
                  <a16:creationId xmlns:a16="http://schemas.microsoft.com/office/drawing/2014/main" id="{01353E56-76A6-4F6D-B228-D349DD153D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49">
              <a:extLst>
                <a:ext uri="{FF2B5EF4-FFF2-40B4-BE49-F238E27FC236}">
                  <a16:creationId xmlns:a16="http://schemas.microsoft.com/office/drawing/2014/main" id="{61622A06-0465-4E80-BE10-ABA3B3FE3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0">
              <a:extLst>
                <a:ext uri="{FF2B5EF4-FFF2-40B4-BE49-F238E27FC236}">
                  <a16:creationId xmlns:a16="http://schemas.microsoft.com/office/drawing/2014/main" id="{87927BE2-A3FC-4F6C-B8B1-028431DC6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1">
              <a:extLst>
                <a:ext uri="{FF2B5EF4-FFF2-40B4-BE49-F238E27FC236}">
                  <a16:creationId xmlns:a16="http://schemas.microsoft.com/office/drawing/2014/main" id="{9AB4F4C4-EA49-4CC5-B240-860DE380C3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2">
              <a:extLst>
                <a:ext uri="{FF2B5EF4-FFF2-40B4-BE49-F238E27FC236}">
                  <a16:creationId xmlns:a16="http://schemas.microsoft.com/office/drawing/2014/main" id="{357BA5D2-76BC-4D95-9315-2DE8D62D55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3">
              <a:extLst>
                <a:ext uri="{FF2B5EF4-FFF2-40B4-BE49-F238E27FC236}">
                  <a16:creationId xmlns:a16="http://schemas.microsoft.com/office/drawing/2014/main" id="{DCED355D-42FD-4686-B0EF-0E3062E1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4">
              <a:extLst>
                <a:ext uri="{FF2B5EF4-FFF2-40B4-BE49-F238E27FC236}">
                  <a16:creationId xmlns:a16="http://schemas.microsoft.com/office/drawing/2014/main" id="{0958AEB7-DBAD-45AC-9AB2-48F0F17659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5">
              <a:extLst>
                <a:ext uri="{FF2B5EF4-FFF2-40B4-BE49-F238E27FC236}">
                  <a16:creationId xmlns:a16="http://schemas.microsoft.com/office/drawing/2014/main" id="{D21079D7-F09E-4BC4-907F-AB73704555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6">
              <a:extLst>
                <a:ext uri="{FF2B5EF4-FFF2-40B4-BE49-F238E27FC236}">
                  <a16:creationId xmlns:a16="http://schemas.microsoft.com/office/drawing/2014/main" id="{A704AF6D-383A-461D-9A8E-803EB90D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7">
              <a:extLst>
                <a:ext uri="{FF2B5EF4-FFF2-40B4-BE49-F238E27FC236}">
                  <a16:creationId xmlns:a16="http://schemas.microsoft.com/office/drawing/2014/main" id="{FC012E4A-28D8-454A-A556-8AC6B0EB0B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8">
              <a:extLst>
                <a:ext uri="{FF2B5EF4-FFF2-40B4-BE49-F238E27FC236}">
                  <a16:creationId xmlns:a16="http://schemas.microsoft.com/office/drawing/2014/main" id="{905E96C3-CEAF-465F-98F7-C346C851D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59">
              <a:extLst>
                <a:ext uri="{FF2B5EF4-FFF2-40B4-BE49-F238E27FC236}">
                  <a16:creationId xmlns:a16="http://schemas.microsoft.com/office/drawing/2014/main" id="{B96BC9E4-E5E9-4941-BC5B-77E75A08F2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0">
              <a:extLst>
                <a:ext uri="{FF2B5EF4-FFF2-40B4-BE49-F238E27FC236}">
                  <a16:creationId xmlns:a16="http://schemas.microsoft.com/office/drawing/2014/main" id="{094DCF66-2169-4747-B305-D494F1D1B5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1">
              <a:extLst>
                <a:ext uri="{FF2B5EF4-FFF2-40B4-BE49-F238E27FC236}">
                  <a16:creationId xmlns:a16="http://schemas.microsoft.com/office/drawing/2014/main" id="{4AEC03C8-5E0C-4AFF-AE73-885A440478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0EA371-30C6-42A1-8D7F-5F691CCF4E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776138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177212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目录页_六项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 userDrawn="1"/>
        </p:nvSpPr>
        <p:spPr>
          <a:xfrm>
            <a:off x="-1" y="0"/>
            <a:ext cx="12192000" cy="48463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zh-CN" altLang="en-US"/>
          </a:p>
        </p:txBody>
      </p:sp>
      <p:sp>
        <p:nvSpPr>
          <p:cNvPr id="19" name="文本占位符 310"/>
          <p:cNvSpPr>
            <a:spLocks noGrp="1"/>
          </p:cNvSpPr>
          <p:nvPr>
            <p:ph type="body" sz="quarter" idx="10"/>
          </p:nvPr>
        </p:nvSpPr>
        <p:spPr>
          <a:xfrm>
            <a:off x="2301095" y="5187296"/>
            <a:ext cx="7589808" cy="103288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7200" b="1">
                <a:ln w="38100">
                  <a:noFill/>
                </a:ln>
                <a:solidFill>
                  <a:schemeClr val="accent1"/>
                </a:solidFill>
              </a:defRPr>
            </a:lvl1pPr>
          </a:lstStyle>
          <a:p>
            <a:pPr lvl="0"/>
            <a:endParaRPr kumimoji="1" lang="zh-CN" altLang="en-US"/>
          </a:p>
        </p:txBody>
      </p:sp>
      <p:sp>
        <p:nvSpPr>
          <p:cNvPr id="10" name="文本占位符 310"/>
          <p:cNvSpPr>
            <a:spLocks noGrp="1"/>
          </p:cNvSpPr>
          <p:nvPr>
            <p:ph type="body" sz="quarter" idx="15" hasCustomPrompt="1"/>
          </p:nvPr>
        </p:nvSpPr>
        <p:spPr>
          <a:xfrm>
            <a:off x="981166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/>
              <a:t>00</a:t>
            </a:r>
            <a:endParaRPr kumimoji="1" lang="zh-CN" altLang="en-US"/>
          </a:p>
        </p:txBody>
      </p:sp>
      <p:sp>
        <p:nvSpPr>
          <p:cNvPr id="11" name="文本占位符 310"/>
          <p:cNvSpPr>
            <a:spLocks noGrp="1"/>
          </p:cNvSpPr>
          <p:nvPr>
            <p:ph type="body" sz="quarter" idx="16"/>
          </p:nvPr>
        </p:nvSpPr>
        <p:spPr>
          <a:xfrm>
            <a:off x="1968718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/>
          </a:p>
        </p:txBody>
      </p:sp>
      <p:sp>
        <p:nvSpPr>
          <p:cNvPr id="12" name="文本占位符 310"/>
          <p:cNvSpPr>
            <a:spLocks noGrp="1"/>
          </p:cNvSpPr>
          <p:nvPr>
            <p:ph type="body" sz="quarter" idx="17" hasCustomPrompt="1"/>
          </p:nvPr>
        </p:nvSpPr>
        <p:spPr>
          <a:xfrm>
            <a:off x="4663150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/>
              <a:t>00</a:t>
            </a:r>
            <a:endParaRPr kumimoji="1" lang="zh-CN" altLang="en-US"/>
          </a:p>
        </p:txBody>
      </p:sp>
      <p:sp>
        <p:nvSpPr>
          <p:cNvPr id="13" name="文本占位符 310"/>
          <p:cNvSpPr>
            <a:spLocks noGrp="1"/>
          </p:cNvSpPr>
          <p:nvPr>
            <p:ph type="body" sz="quarter" idx="18"/>
          </p:nvPr>
        </p:nvSpPr>
        <p:spPr>
          <a:xfrm>
            <a:off x="5650702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/>
          </a:p>
        </p:txBody>
      </p:sp>
      <p:sp>
        <p:nvSpPr>
          <p:cNvPr id="14" name="文本占位符 310"/>
          <p:cNvSpPr>
            <a:spLocks noGrp="1"/>
          </p:cNvSpPr>
          <p:nvPr>
            <p:ph type="body" sz="quarter" idx="19" hasCustomPrompt="1"/>
          </p:nvPr>
        </p:nvSpPr>
        <p:spPr>
          <a:xfrm>
            <a:off x="8293172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/>
              <a:t>00</a:t>
            </a:r>
            <a:endParaRPr kumimoji="1" lang="zh-CN" altLang="en-US"/>
          </a:p>
        </p:txBody>
      </p:sp>
      <p:sp>
        <p:nvSpPr>
          <p:cNvPr id="15" name="文本占位符 310"/>
          <p:cNvSpPr>
            <a:spLocks noGrp="1"/>
          </p:cNvSpPr>
          <p:nvPr>
            <p:ph type="body" sz="quarter" idx="20"/>
          </p:nvPr>
        </p:nvSpPr>
        <p:spPr>
          <a:xfrm>
            <a:off x="9280724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/>
          </a:p>
        </p:txBody>
      </p:sp>
      <p:sp>
        <p:nvSpPr>
          <p:cNvPr id="16" name="文本占位符 310"/>
          <p:cNvSpPr>
            <a:spLocks noGrp="1"/>
          </p:cNvSpPr>
          <p:nvPr>
            <p:ph type="body" sz="quarter" idx="21" hasCustomPrompt="1"/>
          </p:nvPr>
        </p:nvSpPr>
        <p:spPr>
          <a:xfrm>
            <a:off x="981166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/>
              <a:t>00</a:t>
            </a:r>
            <a:endParaRPr kumimoji="1" lang="zh-CN" altLang="en-US"/>
          </a:p>
        </p:txBody>
      </p:sp>
      <p:sp>
        <p:nvSpPr>
          <p:cNvPr id="17" name="文本占位符 310"/>
          <p:cNvSpPr>
            <a:spLocks noGrp="1"/>
          </p:cNvSpPr>
          <p:nvPr>
            <p:ph type="body" sz="quarter" idx="22"/>
          </p:nvPr>
        </p:nvSpPr>
        <p:spPr>
          <a:xfrm>
            <a:off x="1968718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/>
          </a:p>
        </p:txBody>
      </p:sp>
      <p:sp>
        <p:nvSpPr>
          <p:cNvPr id="24" name="文本占位符 310"/>
          <p:cNvSpPr>
            <a:spLocks noGrp="1"/>
          </p:cNvSpPr>
          <p:nvPr>
            <p:ph type="body" sz="quarter" idx="23" hasCustomPrompt="1"/>
          </p:nvPr>
        </p:nvSpPr>
        <p:spPr>
          <a:xfrm>
            <a:off x="4663150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/>
              <a:t>00</a:t>
            </a:r>
            <a:endParaRPr kumimoji="1" lang="zh-CN" altLang="en-US"/>
          </a:p>
        </p:txBody>
      </p:sp>
      <p:sp>
        <p:nvSpPr>
          <p:cNvPr id="25" name="文本占位符 310"/>
          <p:cNvSpPr>
            <a:spLocks noGrp="1"/>
          </p:cNvSpPr>
          <p:nvPr>
            <p:ph type="body" sz="quarter" idx="24"/>
          </p:nvPr>
        </p:nvSpPr>
        <p:spPr>
          <a:xfrm>
            <a:off x="5650702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/>
          </a:p>
        </p:txBody>
      </p:sp>
      <p:sp>
        <p:nvSpPr>
          <p:cNvPr id="26" name="文本占位符 310"/>
          <p:cNvSpPr>
            <a:spLocks noGrp="1"/>
          </p:cNvSpPr>
          <p:nvPr>
            <p:ph type="body" sz="quarter" idx="25" hasCustomPrompt="1"/>
          </p:nvPr>
        </p:nvSpPr>
        <p:spPr>
          <a:xfrm>
            <a:off x="8293172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/>
              <a:t>00</a:t>
            </a:r>
            <a:endParaRPr kumimoji="1" lang="zh-CN" altLang="en-US"/>
          </a:p>
        </p:txBody>
      </p:sp>
      <p:sp>
        <p:nvSpPr>
          <p:cNvPr id="27" name="文本占位符 310"/>
          <p:cNvSpPr>
            <a:spLocks noGrp="1"/>
          </p:cNvSpPr>
          <p:nvPr>
            <p:ph type="body" sz="quarter" idx="26"/>
          </p:nvPr>
        </p:nvSpPr>
        <p:spPr>
          <a:xfrm>
            <a:off x="9280724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65405204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1C742-34A7-4634-ABFF-1A8C76DB814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CFA768B8-D2D1-447E-9F0E-47C681CCC99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784771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E3563E49-DAF7-4206-AAD7-38E789258387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0BA02072-FEDB-429A-A4C0-22D59D09BF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0ABA4448-A18D-4663-B455-EAD951F8620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8876535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176FAE9-F8D7-45AD-AA56-97F65AF5C7CF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B87D9FE-C85C-4214-9157-DD7F3ED28A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15BBA84-73B3-48DF-B6EE-69867E46B6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38731914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29705A0-38F7-4A9C-86A4-2F68DE74B02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4D897568-993B-4A02-A134-6722AC6A98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CA8F343C-4D99-4A43-995F-05ACA5C64E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82467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624966D-E4EA-4F50-9BB6-48291DC82572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C435E10-BA07-43CA-946E-F929538E5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8818C800-1FD7-46E3-9513-EDED28C7D4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1317661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54BDF27-BFAD-478C-A199-3DB667D3F5E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219F3B99-BA96-428A-8B96-08B07C39576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E6A1775-999F-4891-AEA1-BDBEAF077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3258611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F2674CC-72EB-4595-86BE-D02CD83455C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4" name="Text Placeholder 140">
            <a:extLst>
              <a:ext uri="{FF2B5EF4-FFF2-40B4-BE49-F238E27FC236}">
                <a16:creationId xmlns:a16="http://schemas.microsoft.com/office/drawing/2014/main" id="{C2FB46BE-AAF7-42FF-9037-1C6EE88FE3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62CC006-DD2A-4ACA-910F-2010703F4F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1621343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725A7B3-05B9-43EC-BD6A-2951B787802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3AF26A12-2ED5-4400-ADF5-846B94638FB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DA5586F-18E7-4601-96CA-50CD2AA81EC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63850342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553431B-6092-48C5-AD7C-F30516D7A38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B4389B36-E541-48E7-A912-C35EE13572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BA1EDDF-3973-431D-958F-640EC310C4D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9957189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6F4D0A5-6CC7-400E-9C3C-0694666F6F8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C8E1928D-065A-4AB1-9DF2-3C1374F8D1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11A1BDE-E875-46F4-AFCD-40A3010281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9607591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4E114E6-BD85-4C72-BAB6-6A2A343DA8D5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3156ADEC-0272-4274-9765-6F13B085BBD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13892CA3-1F3C-40B3-9F82-3B2099571F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0147513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CFB8DF9-51A8-485E-9F12-E5A3330F489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2DDB1C3D-68C3-412D-8EB3-97570F0013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8C843FD-33AA-4EEC-9FDF-27DC52E9A1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342566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C7F53C6-9053-440C-8E3D-971AFB12FFFC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7AF040AB-A5DC-4D6D-B6BA-75BCAFC7AAF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51F7505-AB35-46E5-9D36-6EFD604C99A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2642194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4420FA1-8DAE-4658-86CF-B5658CDC24E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234B86AF-61C0-4BEF-AED9-AB6E104586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1EC55AF-72F6-4B80-B565-E4736853BB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014275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C8A16490-7A25-479D-8887-224357329F5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E5F69457-834C-4B3E-AF4C-CDBC7D6FC8A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C135A83-4349-4D19-A851-56FC171B943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7980711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ABDE6FE-819A-4678-A6E8-009E38A1A56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FD7259D0-6B32-4DE1-8F13-A21A1C988BF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D42A6F0E-E106-4C5B-90DE-D6097D2850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263184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8" name="Text Placeholder 140">
            <a:extLst>
              <a:ext uri="{FF2B5EF4-FFF2-40B4-BE49-F238E27FC236}">
                <a16:creationId xmlns:a16="http://schemas.microsoft.com/office/drawing/2014/main" id="{4CE4066F-5CB1-43C1-8385-16A6CA0296A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7C590671-A7C1-4FD2-8937-335D342E21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88980855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C88C7B38-255E-4D79-80C8-2A025E1CFA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C7B1783-9A42-4500-B3D5-978D81F020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7175611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B37A7C5F-6C97-4907-9B6E-CAD54B542D5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9411580-DB87-4A03-8CAA-0596920BA9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765696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47EAFC36-6B42-4718-B950-E73D679183E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2C5AC15-2F83-4DFF-A7D6-FDC451DF0F7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9204199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9A35FC83-B4F8-4E38-8B51-53931CF7E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9D845B7-610D-45D7-886B-50A578383BF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192081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97A5019C-6BF2-4398-8DAA-FF283C94EA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47F16148-6109-4250-8F2B-85B5C621F0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5545353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77A3F8CD-5F2E-491B-926F-DCC7B4CAEC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495759F-BC16-45E8-9CE1-BF7AC6B52D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48475225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/>
              <a:t>Click to add title</a:t>
            </a:r>
          </a:p>
          <a:p>
            <a:pPr lvl="1"/>
            <a:r>
              <a:rPr lang="en-AU" noProof="0"/>
              <a:t>Two</a:t>
            </a:r>
          </a:p>
          <a:p>
            <a:pPr lvl="2"/>
            <a:r>
              <a:rPr lang="en-AU" noProof="0"/>
              <a:t>Three</a:t>
            </a:r>
          </a:p>
          <a:p>
            <a:pPr lvl="8"/>
            <a:r>
              <a:rPr lang="en-AU" noProof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06AF1983-185F-47DE-98ED-8E65C1C77D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Click to add Identifier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D9D2841-CD85-42CB-9788-F269FA32FEC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/>
              <a:t>    1</a:t>
            </a:r>
          </a:p>
          <a:p>
            <a:pPr lvl="1"/>
            <a:r>
              <a:rPr lang="en-AU" noProof="0"/>
              <a:t>2</a:t>
            </a:r>
          </a:p>
          <a:p>
            <a:pPr lvl="2"/>
            <a:r>
              <a:rPr lang="en-AU" noProof="0"/>
              <a:t>3</a:t>
            </a:r>
          </a:p>
          <a:p>
            <a:pPr lvl="3"/>
            <a:r>
              <a:rPr lang="en-AU" noProof="0"/>
              <a:t>4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6121405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11408407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0970986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13741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900140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8" y="1532415"/>
            <a:ext cx="11408407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9324917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8" y="1532415"/>
            <a:ext cx="11408407" cy="4459189"/>
          </a:xfrm>
        </p:spPr>
        <p:txBody>
          <a:bodyPr numCol="3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440542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7559430" cy="592453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6447022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136900" y="433468"/>
            <a:ext cx="3621629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/>
              <a:t>Click icon to add image of presenter</a:t>
            </a:r>
          </a:p>
        </p:txBody>
      </p:sp>
      <p:sp>
        <p:nvSpPr>
          <p:cNvPr id="10" name="Media Placeholder 5">
            <a:extLst>
              <a:ext uri="{FF2B5EF4-FFF2-40B4-BE49-F238E27FC236}">
                <a16:creationId xmlns:a16="http://schemas.microsoft.com/office/drawing/2014/main" id="{D4618085-6A58-496C-A30D-555A1C153755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7442318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/>
              <a:t>Click icon to add video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48E018D-B91E-4FCF-8E3D-E1119B796B64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674060-CB40-4866-BC46-412241E584C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144373596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AA6262-DA14-43FE-B7AA-479C75CB9FFA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F1FC4A-C989-4916-B28D-469943DEEFD4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174628951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3894165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D5D96E0D-0308-450C-A1B8-18356D2C171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84117D5A-86B7-4AD4-AEA3-09FD38F3CF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AF26E98-E7B3-401C-BBD3-44AED288710C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53FC3F-C9AF-4833-9D51-51399AED917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410239736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2EBC3B63-F8E6-4CD5-A3CE-0A68BD6D24E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739982C-B3F1-49FA-A015-50C5BA9FD40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31841E0A-6DB9-42D0-BD80-57DE7F80C2E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3F4A80-45A0-4953-8364-5BB35BEE19EA}"/>
              </a:ext>
            </a:extLst>
          </p:cNvPr>
          <p:cNvSpPr>
            <a:spLocks noGrp="1"/>
          </p:cNvSpPr>
          <p:nvPr>
            <p:ph type="dt" sz="half" idx="2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9BD119-1E9F-42C8-BBE3-BA1D5B3AB4DB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12262753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1A6C2717-A40C-4B91-A59E-476ABCBFA49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E5CE3F13-4F10-496E-9AF5-EB9AD5EEB8C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8" name="Picture Placeholder 8">
            <a:extLst>
              <a:ext uri="{FF2B5EF4-FFF2-40B4-BE49-F238E27FC236}">
                <a16:creationId xmlns:a16="http://schemas.microsoft.com/office/drawing/2014/main" id="{4F400719-C365-4225-A532-5F986A18ECA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9" name="Picture Placeholder 8">
            <a:extLst>
              <a:ext uri="{FF2B5EF4-FFF2-40B4-BE49-F238E27FC236}">
                <a16:creationId xmlns:a16="http://schemas.microsoft.com/office/drawing/2014/main" id="{2B1DF00D-30B2-490C-B3B2-6E92730487D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AADCC63-20FE-4D59-BB93-369A8D612D40}"/>
              </a:ext>
            </a:extLst>
          </p:cNvPr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80D9D-A3A2-4222-913D-0FD981A9D57E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1090125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/>
              <a:t>Use this for dark images</a:t>
            </a:r>
          </a:p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Use this for light images</a:t>
            </a:r>
            <a:br>
              <a:rPr lang="en-AU" noProof="0"/>
            </a:br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5</a:t>
            </a:r>
          </a:p>
          <a:p>
            <a:pPr lvl="5"/>
            <a:r>
              <a:rPr lang="en-AU" noProof="0"/>
              <a:t>6</a:t>
            </a:r>
          </a:p>
          <a:p>
            <a:pPr lvl="6"/>
            <a:r>
              <a:rPr lang="en-AU" noProof="0"/>
              <a:t>7</a:t>
            </a:r>
          </a:p>
          <a:p>
            <a:pPr lvl="7"/>
            <a:r>
              <a:rPr lang="en-AU" noProof="0"/>
              <a:t>8</a:t>
            </a:r>
          </a:p>
          <a:p>
            <a:pPr lvl="8"/>
            <a:r>
              <a:rPr lang="en-AU" noProof="0"/>
              <a:t>9</a:t>
            </a:r>
          </a:p>
          <a:p>
            <a:pPr lvl="8"/>
            <a:r>
              <a:rPr lang="en-AU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35249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218518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3" Type="http://schemas.openxmlformats.org/officeDocument/2006/relationships/slideLayout" Target="../slideLayouts/slideLayout48.xml"/><Relationship Id="rId7" Type="http://schemas.openxmlformats.org/officeDocument/2006/relationships/slideLayout" Target="../slideLayouts/slideLayout5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6" y="1532415"/>
            <a:ext cx="11408409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  <a:p>
            <a:pPr lvl="5"/>
            <a:r>
              <a:rPr lang="en-AU" noProof="0"/>
              <a:t>Six</a:t>
            </a:r>
          </a:p>
          <a:p>
            <a:pPr lvl="6"/>
            <a:r>
              <a:rPr lang="en-AU" noProof="0"/>
              <a:t>Seven</a:t>
            </a:r>
          </a:p>
          <a:p>
            <a:pPr lvl="7"/>
            <a:r>
              <a:rPr lang="en-AU" noProof="0"/>
              <a:t>Eight</a:t>
            </a:r>
          </a:p>
          <a:p>
            <a:pPr lvl="8"/>
            <a:r>
              <a:rPr lang="en-AU" noProof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6357" y="6172501"/>
            <a:ext cx="803542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59" y="6172501"/>
            <a:ext cx="846000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74833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6" r:id="rId2"/>
    <p:sldLayoutId id="2147483663" r:id="rId3"/>
    <p:sldLayoutId id="2147483765" r:id="rId4"/>
    <p:sldLayoutId id="2147483766" r:id="rId5"/>
    <p:sldLayoutId id="2147483667" r:id="rId6"/>
    <p:sldLayoutId id="2147483713" r:id="rId7"/>
    <p:sldLayoutId id="2147483668" r:id="rId8"/>
    <p:sldLayoutId id="2147483669" r:id="rId9"/>
    <p:sldLayoutId id="2147483649" r:id="rId10"/>
    <p:sldLayoutId id="2147483656" r:id="rId11"/>
    <p:sldLayoutId id="2147483658" r:id="rId12"/>
    <p:sldLayoutId id="2147483767" r:id="rId13"/>
    <p:sldLayoutId id="2147483670" r:id="rId14"/>
    <p:sldLayoutId id="2147483672" r:id="rId15"/>
    <p:sldLayoutId id="2147483673" r:id="rId16"/>
    <p:sldLayoutId id="2147483674" r:id="rId17"/>
    <p:sldLayoutId id="2147483675" r:id="rId18"/>
    <p:sldLayoutId id="2147483676" r:id="rId19"/>
    <p:sldLayoutId id="2147483671" r:id="rId20"/>
    <p:sldLayoutId id="2147483769" r:id="rId2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  <a:p>
            <a:pPr lvl="5"/>
            <a:r>
              <a:rPr lang="en-AU" noProof="0"/>
              <a:t>Six</a:t>
            </a:r>
          </a:p>
          <a:p>
            <a:pPr lvl="6"/>
            <a:r>
              <a:rPr lang="en-AU" noProof="0"/>
              <a:t>Seven</a:t>
            </a:r>
          </a:p>
          <a:p>
            <a:pPr lvl="7"/>
            <a:r>
              <a:rPr lang="en-AU" noProof="0"/>
              <a:t>Eight</a:t>
            </a:r>
          </a:p>
          <a:p>
            <a:pPr lvl="8"/>
            <a:r>
              <a:rPr lang="en-AU" noProof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37851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35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43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E096F91-AD99-4C52-895F-5F73C9ACDCD8}"/>
              </a:ext>
            </a:extLst>
          </p:cNvPr>
          <p:cNvSpPr/>
          <p:nvPr userDrawn="1"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/>
              <a:t>Edit Master text styles</a:t>
            </a:r>
          </a:p>
          <a:p>
            <a:pPr lvl="1"/>
            <a:r>
              <a:rPr lang="en-AU" noProof="0"/>
              <a:t>Second level</a:t>
            </a:r>
          </a:p>
          <a:p>
            <a:pPr lvl="2"/>
            <a:r>
              <a:rPr lang="en-AU" noProof="0"/>
              <a:t>Third level</a:t>
            </a:r>
          </a:p>
          <a:p>
            <a:pPr lvl="3"/>
            <a:r>
              <a:rPr lang="en-AU" noProof="0"/>
              <a:t>Fourth level</a:t>
            </a:r>
          </a:p>
          <a:p>
            <a:pPr lvl="4"/>
            <a:r>
              <a:rPr lang="en-AU" noProof="0"/>
              <a:t>Fifth level</a:t>
            </a:r>
          </a:p>
          <a:p>
            <a:pPr lvl="5"/>
            <a:r>
              <a:rPr lang="en-AU" noProof="0"/>
              <a:t>Six</a:t>
            </a:r>
          </a:p>
          <a:p>
            <a:pPr lvl="6"/>
            <a:r>
              <a:rPr lang="en-AU" noProof="0"/>
              <a:t>Seven</a:t>
            </a:r>
          </a:p>
          <a:p>
            <a:pPr lvl="7"/>
            <a:r>
              <a:rPr lang="en-AU" noProof="0"/>
              <a:t>Eight</a:t>
            </a:r>
          </a:p>
          <a:p>
            <a:pPr lvl="8"/>
            <a:r>
              <a:rPr lang="en-AU" noProof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10/9/20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6448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68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2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tiff"/><Relationship Id="rId2" Type="http://schemas.openxmlformats.org/officeDocument/2006/relationships/hyperlink" Target="https://firebase.google.com/" TargetMode="Externa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tiff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tiff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tiff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tiff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tiff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tiff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tiff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tiff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hyperlink" Target="https://firebase.google.com/docs/database" TargetMode="External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U5aeM5dvUpA?feature=oembed" TargetMode="External"/><Relationship Id="rId4" Type="http://schemas.openxmlformats.org/officeDocument/2006/relationships/image" Target="../media/image25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console.firebase.google.com/" TargetMode="External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tiff"/><Relationship Id="rId2" Type="http://schemas.openxmlformats.org/officeDocument/2006/relationships/hyperlink" Target="https://developer.android.com/guide/topics/connectivity" TargetMode="Externa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tif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7.jpeg"/><Relationship Id="rId4" Type="http://schemas.openxmlformats.org/officeDocument/2006/relationships/image" Target="../media/image46.jpe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tiff"/><Relationship Id="rId2" Type="http://schemas.openxmlformats.org/officeDocument/2006/relationships/hyperlink" Target="https://en.wikipedia.org/wiki/Bluetooth" TargetMode="Externa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tiff"/><Relationship Id="rId2" Type="http://schemas.openxmlformats.org/officeDocument/2006/relationships/hyperlink" Target="https://en.wikipedia.org/wiki/Bluetooth_Low_Energy" TargetMode="Externa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tiff"/><Relationship Id="rId2" Type="http://schemas.openxmlformats.org/officeDocument/2006/relationships/hyperlink" Target="https://developer.android.com/guide/topics/connectivity/bluetooth" TargetMode="Externa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tiff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tiff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tif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hyperlink" Target="https://en.wikipedia.org/wiki/Network_socket" TargetMode="External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reference/java/net/Socket" TargetMode="External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7.xml"/><Relationship Id="rId4" Type="http://schemas.openxmlformats.org/officeDocument/2006/relationships/hyperlink" Target="https://en.wikipedia.org/wiki/Transmission_Control_Protocol" TargetMode="Externa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hyperlink" Target="https://en.wikipedia.org/wiki/User_Datagram_Protocol" TargetMode="External"/><Relationship Id="rId2" Type="http://schemas.openxmlformats.org/officeDocument/2006/relationships/hyperlink" Target="https://developer.android.com/reference/java/net/DatagramSocket" TargetMode="Externa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6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hyperlink" Target="https://en.wikipedia.org/wiki/Hypertext_Transfer_Protocol" TargetMode="External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hyperlink" Target="https://en.wikipedia.org/wiki/HTTPS" TargetMode="Externa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hyperlink" Target="https://en.wikipedia.org/wiki/Representational_state_transfer" TargetMode="Externa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hyperlink" Target="https://en.wikipedia.org/wiki/WebSocket" TargetMode="Externa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hyperlink" Target="https://square.github.io/okhttp/" TargetMode="Externa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hyperlink" Target="https://github.com/square/retrofit" TargetMode="External"/><Relationship Id="rId2" Type="http://schemas.openxmlformats.org/officeDocument/2006/relationships/hyperlink" Target="https://square.github.io/retrofit/" TargetMode="Externa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1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eg"/><Relationship Id="rId2" Type="http://schemas.openxmlformats.org/officeDocument/2006/relationships/hyperlink" Target="https://github.com/ReactiveX/RxJava" TargetMode="External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4" Type="http://schemas.openxmlformats.org/officeDocument/2006/relationships/image" Target="../media/image63.pn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62FC2E14-24A9-4C48-BA13-A2E74B0AAD2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00062" y="2123791"/>
            <a:ext cx="4772203" cy="1478010"/>
          </a:xfrm>
        </p:spPr>
        <p:txBody>
          <a:bodyPr/>
          <a:lstStyle/>
          <a:p>
            <a:r>
              <a:rPr lang="en-AU"/>
              <a:t>COMP90018</a:t>
            </a:r>
            <a:br>
              <a:rPr lang="en-AU"/>
            </a:br>
            <a:r>
              <a:rPr lang="en-AU" sz="2400"/>
              <a:t>Mobile Computing Systems Programming</a:t>
            </a:r>
            <a:endParaRPr lang="en-AU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361E6A6-BA53-48F9-8469-A76DD198140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437938" y="6172200"/>
            <a:ext cx="754062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</a:t>
            </a:fld>
            <a:endParaRPr lang="en-AU" noProof="0"/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FE6862DE-29D9-4685-93A7-4EBCF50A33F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02DE64EB-6651-40E1-94BC-1E4AF0E80B5C}"/>
              </a:ext>
            </a:extLst>
          </p:cNvPr>
          <p:cNvSpPr txBox="1">
            <a:spLocks/>
          </p:cNvSpPr>
          <p:nvPr/>
        </p:nvSpPr>
        <p:spPr>
          <a:xfrm>
            <a:off x="500061" y="3601801"/>
            <a:ext cx="5190525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2000" b="0"/>
              <a:t>WEEK 6 – Firebase, Connectivity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B96AF29-1204-43DA-B563-F4BDDCBFBD4B}"/>
              </a:ext>
            </a:extLst>
          </p:cNvPr>
          <p:cNvSpPr txBox="1">
            <a:spLocks/>
          </p:cNvSpPr>
          <p:nvPr/>
        </p:nvSpPr>
        <p:spPr>
          <a:xfrm>
            <a:off x="500061" y="4713415"/>
            <a:ext cx="4772203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1400" b="0" dirty="0"/>
              <a:t>Weiwei Jiang</a:t>
            </a:r>
          </a:p>
          <a:p>
            <a:r>
              <a:rPr lang="en-AU" sz="1400" b="0" dirty="0" err="1"/>
              <a:t>weiwei.jiang@student.unimelb.edu.au</a:t>
            </a:r>
            <a:endParaRPr lang="en-AU" sz="1400" b="0" dirty="0"/>
          </a:p>
        </p:txBody>
      </p:sp>
    </p:spTree>
    <p:extLst>
      <p:ext uri="{BB962C8B-B14F-4D97-AF65-F5344CB8AC3E}">
        <p14:creationId xmlns:p14="http://schemas.microsoft.com/office/powerpoint/2010/main" val="3745752722"/>
      </p:ext>
    </p:extLst>
  </p:cSld>
  <p:clrMapOvr>
    <a:masterClrMapping/>
  </p:clrMapOvr>
  <p:transition spd="slow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sz="quarter" idx="10"/>
          </p:nvPr>
        </p:nvSpPr>
        <p:spPr>
          <a:xfrm>
            <a:off x="2301096" y="5499220"/>
            <a:ext cx="7589808" cy="768415"/>
          </a:xfrm>
        </p:spPr>
        <p:txBody>
          <a:bodyPr/>
          <a:lstStyle/>
          <a:p>
            <a:r>
              <a:rPr kumimoji="1" lang="en-US" altLang="zh-CN" sz="4800">
                <a:latin typeface="+mj-lt"/>
              </a:rPr>
              <a:t>CONTENTS</a:t>
            </a:r>
            <a:endParaRPr kumimoji="1" lang="zh-CN" altLang="en-US">
              <a:latin typeface="+mj-lt"/>
            </a:endParaRPr>
          </a:p>
        </p:txBody>
      </p:sp>
      <p:sp>
        <p:nvSpPr>
          <p:cNvPr id="9" name="文本占位符 8"/>
          <p:cNvSpPr>
            <a:spLocks noGrp="1"/>
          </p:cNvSpPr>
          <p:nvPr>
            <p:ph type="body" sz="quarter" idx="21"/>
          </p:nvPr>
        </p:nvSpPr>
        <p:spPr>
          <a:xfrm>
            <a:off x="4567214" y="1666124"/>
            <a:ext cx="807865" cy="811792"/>
          </a:xfrm>
        </p:spPr>
        <p:txBody>
          <a:bodyPr/>
          <a:lstStyle/>
          <a:p>
            <a:r>
              <a:rPr kumimoji="1" lang="en-US" altLang="zh-CN">
                <a:latin typeface="+mj-lt"/>
              </a:rPr>
              <a:t>1</a:t>
            </a:r>
            <a:endParaRPr kumimoji="1" lang="zh-CN" altLang="en-US">
              <a:latin typeface="+mj-lt"/>
            </a:endParaRPr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22"/>
          </p:nvPr>
        </p:nvSpPr>
        <p:spPr>
          <a:xfrm>
            <a:off x="5554766" y="1833556"/>
            <a:ext cx="2293094" cy="476927"/>
          </a:xfrm>
        </p:spPr>
        <p:txBody>
          <a:bodyPr/>
          <a:lstStyle/>
          <a:p>
            <a:r>
              <a:rPr kumimoji="1" lang="en-AU" altLang="zh-CN" sz="2000">
                <a:latin typeface="+mj-lt"/>
                <a:ea typeface="+mj-ea"/>
              </a:rPr>
              <a:t>Firebase</a:t>
            </a:r>
            <a:endParaRPr kumimoji="1" lang="zh-CN" altLang="en-US" sz="2000">
              <a:latin typeface="+mj-lt"/>
              <a:ea typeface="+mj-ea"/>
            </a:endParaRPr>
          </a:p>
        </p:txBody>
      </p:sp>
      <p:sp>
        <p:nvSpPr>
          <p:cNvPr id="37" name="文本占位符 8">
            <a:extLst>
              <a:ext uri="{FF2B5EF4-FFF2-40B4-BE49-F238E27FC236}">
                <a16:creationId xmlns:a16="http://schemas.microsoft.com/office/drawing/2014/main" id="{04F05CB7-89EA-4D2E-8BB9-B27D73CFBCDA}"/>
              </a:ext>
            </a:extLst>
          </p:cNvPr>
          <p:cNvSpPr txBox="1">
            <a:spLocks/>
          </p:cNvSpPr>
          <p:nvPr/>
        </p:nvSpPr>
        <p:spPr>
          <a:xfrm>
            <a:off x="4567214" y="2617208"/>
            <a:ext cx="807865" cy="81179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>
                <a:latin typeface="+mj-lt"/>
              </a:rPr>
              <a:t>2</a:t>
            </a:r>
            <a:endParaRPr kumimoji="1" lang="zh-CN" altLang="en-US">
              <a:latin typeface="+mj-lt"/>
            </a:endParaRPr>
          </a:p>
        </p:txBody>
      </p:sp>
      <p:sp>
        <p:nvSpPr>
          <p:cNvPr id="38" name="文本占位符 9">
            <a:extLst>
              <a:ext uri="{FF2B5EF4-FFF2-40B4-BE49-F238E27FC236}">
                <a16:creationId xmlns:a16="http://schemas.microsoft.com/office/drawing/2014/main" id="{7FDA5153-D6E8-4A90-B298-F985DB716F2B}"/>
              </a:ext>
            </a:extLst>
          </p:cNvPr>
          <p:cNvSpPr txBox="1">
            <a:spLocks/>
          </p:cNvSpPr>
          <p:nvPr/>
        </p:nvSpPr>
        <p:spPr>
          <a:xfrm>
            <a:off x="5554766" y="2784640"/>
            <a:ext cx="2293094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sz="2000">
                <a:latin typeface="+mj-lt"/>
                <a:ea typeface="+mj-ea"/>
              </a:rPr>
              <a:t>Connectivity</a:t>
            </a:r>
            <a:endParaRPr kumimoji="1" lang="zh-CN" altLang="en-US" sz="2000">
              <a:latin typeface="+mj-lt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060494695"/>
      </p:ext>
    </p:extLst>
  </p:cSld>
  <p:clrMapOvr>
    <a:masterClrMapping/>
  </p:clrMapOvr>
  <p:transition spd="slow">
    <p:push dir="u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Firebase</a:t>
            </a:r>
          </a:p>
        </p:txBody>
      </p:sp>
    </p:spTree>
    <p:extLst>
      <p:ext uri="{BB962C8B-B14F-4D97-AF65-F5344CB8AC3E}">
        <p14:creationId xmlns:p14="http://schemas.microsoft.com/office/powerpoint/2010/main" val="3142967190"/>
      </p:ext>
    </p:extLst>
  </p:cSld>
  <p:clrMapOvr>
    <a:masterClrMapping/>
  </p:clrMapOvr>
  <p:transition spd="slow">
    <p:push dir="u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AC81E170-56DC-47A3-9F17-0C1F3876C2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83724" y="2106661"/>
            <a:ext cx="5922335" cy="3241604"/>
          </a:xfrm>
        </p:spPr>
        <p:txBody>
          <a:bodyPr/>
          <a:lstStyle/>
          <a:p>
            <a:r>
              <a:rPr lang="en-AU" dirty="0"/>
              <a:t>Firebase is a </a:t>
            </a:r>
            <a:r>
              <a:rPr lang="en-AU" b="1" i="1" dirty="0"/>
              <a:t>mobile and web application development platform </a:t>
            </a:r>
            <a:r>
              <a:rPr lang="en-AU" dirty="0"/>
              <a:t>developed by Firebase, Inc. in 2011, then acquired by Google in 2014. </a:t>
            </a:r>
          </a:p>
          <a:p>
            <a:endParaRPr lang="en-AU" dirty="0"/>
          </a:p>
          <a:p>
            <a:r>
              <a:rPr lang="en-AU" dirty="0"/>
              <a:t>As of October 2018, the Firebase platform has 18 products, which are used by 1.5 million apps.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https://firebase.google.com/</a:t>
            </a:r>
            <a:endParaRPr lang="en-AU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5EC35BFB-0EF5-654A-8D80-877DE4D2C0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76584" y="3315856"/>
            <a:ext cx="2984151" cy="823214"/>
          </a:xfrm>
          <a:prstGeom prst="rect">
            <a:avLst/>
          </a:prstGeom>
        </p:spPr>
      </p:pic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4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503680912"/>
      </p:ext>
    </p:extLst>
  </p:cSld>
  <p:clrMapOvr>
    <a:masterClrMapping/>
  </p:clrMapOvr>
  <p:transition spd="slow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Firebase</a:t>
            </a:r>
          </a:p>
          <a:p>
            <a:endParaRPr lang="en-AU"/>
          </a:p>
          <a:p>
            <a:pPr marL="342900" indent="-342900">
              <a:buFontTx/>
              <a:buChar char="-"/>
            </a:pPr>
            <a:r>
              <a:rPr lang="en-AU" sz="2400" b="0" i="1"/>
              <a:t>Functionality</a:t>
            </a:r>
          </a:p>
        </p:txBody>
      </p:sp>
    </p:spTree>
    <p:extLst>
      <p:ext uri="{BB962C8B-B14F-4D97-AF65-F5344CB8AC3E}">
        <p14:creationId xmlns:p14="http://schemas.microsoft.com/office/powerpoint/2010/main" val="2166774290"/>
      </p:ext>
    </p:extLst>
  </p:cSld>
  <p:clrMapOvr>
    <a:masterClrMapping/>
  </p:clrMapOvr>
  <p:transition spd="slow">
    <p:push dir="u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Develop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6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F0845DB-F3C1-1A41-8E94-5AE025C442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21795" y="3559678"/>
            <a:ext cx="3530009" cy="457200"/>
          </a:xfrm>
        </p:spPr>
        <p:txBody>
          <a:bodyPr/>
          <a:lstStyle/>
          <a:p>
            <a:r>
              <a:rPr lang="en-US" i="1"/>
              <a:t>Fast mobile app development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109972D-4C05-C54D-83E8-FD9491F203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28765" y="1873075"/>
            <a:ext cx="2645577" cy="38304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1913446"/>
      </p:ext>
    </p:extLst>
  </p:cSld>
  <p:clrMapOvr>
    <a:masterClrMapping/>
  </p:clrMapOvr>
  <p:transition spd="slow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Authentication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7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F0845DB-F3C1-1A41-8E94-5AE025C442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096146" y="3283784"/>
            <a:ext cx="4451040" cy="887359"/>
          </a:xfrm>
        </p:spPr>
        <p:txBody>
          <a:bodyPr/>
          <a:lstStyle/>
          <a:p>
            <a:r>
              <a:rPr lang="en-US" i="1"/>
              <a:t>Authentication:</a:t>
            </a:r>
          </a:p>
          <a:p>
            <a:r>
              <a:rPr lang="en-US" i="1"/>
              <a:t>Identify users without writing server code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59FC6AED-6352-D44D-9435-780BBF8B5B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4215" y="1801218"/>
            <a:ext cx="4451040" cy="38524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2038457"/>
      </p:ext>
    </p:extLst>
  </p:cSld>
  <p:clrMapOvr>
    <a:masterClrMapping/>
  </p:clrMapOvr>
  <p:transition spd="slow">
    <p:push dir="u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Database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8</a:t>
            </a:fld>
            <a:endParaRPr lang="en-AU" noProof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5C65E9B-2485-A54E-8E62-BB053B62BD9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3722" y="2359979"/>
            <a:ext cx="4862165" cy="2734968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6E81B776-E19C-5948-8047-89E3CFBB2077}"/>
              </a:ext>
            </a:extLst>
          </p:cNvPr>
          <p:cNvSpPr/>
          <p:nvPr/>
        </p:nvSpPr>
        <p:spPr>
          <a:xfrm>
            <a:off x="6862600" y="3404298"/>
            <a:ext cx="4862165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i="1"/>
              <a:t>Backend Database: </a:t>
            </a:r>
          </a:p>
          <a:p>
            <a:r>
              <a:rPr lang="en-US" sz="2000" i="1"/>
              <a:t>synchronize data with mobile apps</a:t>
            </a:r>
          </a:p>
        </p:txBody>
      </p:sp>
    </p:spTree>
    <p:extLst>
      <p:ext uri="{BB962C8B-B14F-4D97-AF65-F5344CB8AC3E}">
        <p14:creationId xmlns:p14="http://schemas.microsoft.com/office/powerpoint/2010/main" val="14170940"/>
      </p:ext>
    </p:extLst>
  </p:cSld>
  <p:clrMapOvr>
    <a:masterClrMapping/>
  </p:clrMapOvr>
  <p:transition spd="slow">
    <p:push dir="u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Storage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9</a:t>
            </a:fld>
            <a:endParaRPr lang="en-AU" noProof="0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8E883747-409E-D542-B777-9156D6820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3267" y="2359978"/>
            <a:ext cx="4862165" cy="2734968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A5D6AA4D-A682-F648-A867-E77AB6A56FBA}"/>
              </a:ext>
            </a:extLst>
          </p:cNvPr>
          <p:cNvSpPr/>
          <p:nvPr/>
        </p:nvSpPr>
        <p:spPr>
          <a:xfrm>
            <a:off x="6862602" y="3373519"/>
            <a:ext cx="486216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i="1"/>
              <a:t>Backend Storage: </a:t>
            </a:r>
          </a:p>
          <a:p>
            <a:r>
              <a:rPr lang="en-US" sz="2000" i="1"/>
              <a:t>manage media files uploaded by mobile apps</a:t>
            </a:r>
          </a:p>
        </p:txBody>
      </p:sp>
    </p:spTree>
    <p:extLst>
      <p:ext uri="{BB962C8B-B14F-4D97-AF65-F5344CB8AC3E}">
        <p14:creationId xmlns:p14="http://schemas.microsoft.com/office/powerpoint/2010/main" val="2607259944"/>
      </p:ext>
    </p:extLst>
  </p:cSld>
  <p:clrMapOvr>
    <a:masterClrMapping/>
  </p:clrMapOvr>
  <p:transition spd="slow">
    <p:push dir="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Hosting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10</a:t>
            </a:fld>
            <a:endParaRPr lang="en-AU" noProof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142FC8E5-454A-1049-BF13-173E3D5BC1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8806" y="2803821"/>
            <a:ext cx="5167194" cy="1968912"/>
          </a:xfrm>
          <a:prstGeom prst="rect">
            <a:avLst/>
          </a:prstGeom>
        </p:spPr>
      </p:pic>
      <p:sp>
        <p:nvSpPr>
          <p:cNvPr id="11" name="Content Placeholder 3">
            <a:extLst>
              <a:ext uri="{FF2B5EF4-FFF2-40B4-BE49-F238E27FC236}">
                <a16:creationId xmlns:a16="http://schemas.microsoft.com/office/drawing/2014/main" id="{5D19326E-8D16-2F4C-B033-44A0DC8C621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83033" y="3559677"/>
            <a:ext cx="2732568" cy="457200"/>
          </a:xfrm>
        </p:spPr>
        <p:txBody>
          <a:bodyPr/>
          <a:lstStyle/>
          <a:p>
            <a:r>
              <a:rPr lang="en-US" i="1"/>
              <a:t>Cloud Platform Hosting</a:t>
            </a:r>
          </a:p>
        </p:txBody>
      </p:sp>
    </p:spTree>
    <p:extLst>
      <p:ext uri="{BB962C8B-B14F-4D97-AF65-F5344CB8AC3E}">
        <p14:creationId xmlns:p14="http://schemas.microsoft.com/office/powerpoint/2010/main" val="1566815327"/>
      </p:ext>
    </p:extLst>
  </p:cSld>
  <p:clrMapOvr>
    <a:masterClrMapping/>
  </p:clrMapOvr>
  <p:transition spd="slow">
    <p:push dir="u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Functions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11</a:t>
            </a:fld>
            <a:endParaRPr lang="en-AU" noProof="0"/>
          </a:p>
        </p:txBody>
      </p:sp>
      <p:sp>
        <p:nvSpPr>
          <p:cNvPr id="11" name="Content Placeholder 3">
            <a:extLst>
              <a:ext uri="{FF2B5EF4-FFF2-40B4-BE49-F238E27FC236}">
                <a16:creationId xmlns:a16="http://schemas.microsoft.com/office/drawing/2014/main" id="{5D19326E-8D16-2F4C-B033-44A0DC8C621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83032" y="3559677"/>
            <a:ext cx="2966483" cy="457200"/>
          </a:xfrm>
        </p:spPr>
        <p:txBody>
          <a:bodyPr/>
          <a:lstStyle/>
          <a:p>
            <a:r>
              <a:rPr lang="en-US" i="1"/>
              <a:t>Cloud Platform Functions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9EEDECD-7F44-0346-B93F-1D1344E658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52893" y="2894716"/>
            <a:ext cx="5543107" cy="17871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3735406"/>
      </p:ext>
    </p:extLst>
  </p:cSld>
  <p:clrMapOvr>
    <a:masterClrMapping/>
  </p:clrMapOvr>
  <p:transition spd="slow">
    <p:push dir="u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Machine Learning &amp; AI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12</a:t>
            </a:fld>
            <a:endParaRPr lang="en-AU" noProof="0"/>
          </a:p>
        </p:txBody>
      </p:sp>
      <p:sp>
        <p:nvSpPr>
          <p:cNvPr id="11" name="Content Placeholder 3">
            <a:extLst>
              <a:ext uri="{FF2B5EF4-FFF2-40B4-BE49-F238E27FC236}">
                <a16:creationId xmlns:a16="http://schemas.microsoft.com/office/drawing/2014/main" id="{5D19326E-8D16-2F4C-B033-44A0DC8C621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83032" y="3559677"/>
            <a:ext cx="2966483" cy="457200"/>
          </a:xfrm>
        </p:spPr>
        <p:txBody>
          <a:bodyPr/>
          <a:lstStyle/>
          <a:p>
            <a:r>
              <a:rPr lang="en-US" i="1"/>
              <a:t>Machine Learning &amp; AI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0B86E12-0971-2844-BE82-04674C7DF6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92939" y="2153474"/>
            <a:ext cx="4679778" cy="32696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2752779"/>
      </p:ext>
    </p:extLst>
  </p:cSld>
  <p:clrMapOvr>
    <a:masterClrMapping/>
  </p:clrMapOvr>
  <p:transition spd="slow">
    <p:push dir="u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Test/Monitor Performance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13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F0845DB-F3C1-1A41-8E94-5AE025C442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06978" y="3552025"/>
            <a:ext cx="3530009" cy="457200"/>
          </a:xfrm>
        </p:spPr>
        <p:txBody>
          <a:bodyPr/>
          <a:lstStyle/>
          <a:p>
            <a:r>
              <a:rPr lang="en-US" i="1"/>
              <a:t>Test/monitor mobile app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96417FB-059C-C64E-9783-51AF7489FF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41518" y="1672690"/>
            <a:ext cx="2611607" cy="45667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2323427"/>
      </p:ext>
    </p:extLst>
  </p:cSld>
  <p:clrMapOvr>
    <a:masterClrMapping/>
  </p:clrMapOvr>
  <p:transition spd="slow">
    <p:push dir="u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Monitor Performance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14</a:t>
            </a:fld>
            <a:endParaRPr lang="en-AU" noProof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A3CC4B30-FCBD-7C47-AF1F-3C9045FE00C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112" y="2353390"/>
            <a:ext cx="5624888" cy="2748146"/>
          </a:xfrm>
        </p:spPr>
      </p:pic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9B8C3888-1F0F-0B4F-BDAF-E74F0C36478B}"/>
              </a:ext>
            </a:extLst>
          </p:cNvPr>
          <p:cNvSpPr txBox="1">
            <a:spLocks/>
          </p:cNvSpPr>
          <p:nvPr/>
        </p:nvSpPr>
        <p:spPr>
          <a:xfrm>
            <a:off x="8121319" y="3541395"/>
            <a:ext cx="3530009" cy="457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i="1"/>
              <a:t>Monitor mobile app</a:t>
            </a:r>
          </a:p>
        </p:txBody>
      </p:sp>
    </p:spTree>
    <p:extLst>
      <p:ext uri="{BB962C8B-B14F-4D97-AF65-F5344CB8AC3E}">
        <p14:creationId xmlns:p14="http://schemas.microsoft.com/office/powerpoint/2010/main" val="2786341130"/>
      </p:ext>
    </p:extLst>
  </p:cSld>
  <p:clrMapOvr>
    <a:masterClrMapping/>
  </p:clrMapOvr>
  <p:transition spd="slow">
    <p:push dir="u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More Functions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15</a:t>
            </a:fld>
            <a:endParaRPr lang="en-AU" noProof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57670ADF-0B0D-B74E-9F68-D1D044DC1AD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73497" y="1795764"/>
            <a:ext cx="1675626" cy="4376737"/>
          </a:xfrm>
        </p:spPr>
      </p:pic>
      <p:sp>
        <p:nvSpPr>
          <p:cNvPr id="11" name="Content Placeholder 3">
            <a:extLst>
              <a:ext uri="{FF2B5EF4-FFF2-40B4-BE49-F238E27FC236}">
                <a16:creationId xmlns:a16="http://schemas.microsoft.com/office/drawing/2014/main" id="{B4D7A2C1-AE2A-6646-B902-9A00A1E172A7}"/>
              </a:ext>
            </a:extLst>
          </p:cNvPr>
          <p:cNvSpPr txBox="1">
            <a:spLocks/>
          </p:cNvSpPr>
          <p:nvPr/>
        </p:nvSpPr>
        <p:spPr>
          <a:xfrm>
            <a:off x="8151758" y="3543253"/>
            <a:ext cx="3530009" cy="4572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i="1"/>
              <a:t>More Functions …  </a:t>
            </a:r>
          </a:p>
        </p:txBody>
      </p:sp>
    </p:spTree>
    <p:extLst>
      <p:ext uri="{BB962C8B-B14F-4D97-AF65-F5344CB8AC3E}">
        <p14:creationId xmlns:p14="http://schemas.microsoft.com/office/powerpoint/2010/main" val="2998199399"/>
      </p:ext>
    </p:extLst>
  </p:cSld>
  <p:clrMapOvr>
    <a:masterClrMapping/>
  </p:clrMapOvr>
  <p:transition spd="slow">
    <p:push dir="u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16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Firebase</a:t>
            </a:r>
          </a:p>
          <a:p>
            <a:endParaRPr lang="en-AU"/>
          </a:p>
          <a:p>
            <a:pPr marL="342900" indent="-342900">
              <a:buFontTx/>
              <a:buChar char="-"/>
            </a:pPr>
            <a:r>
              <a:rPr lang="en-AU" sz="2400" b="0" i="1"/>
              <a:t>First Firebase Application</a:t>
            </a:r>
          </a:p>
        </p:txBody>
      </p:sp>
    </p:spTree>
    <p:extLst>
      <p:ext uri="{BB962C8B-B14F-4D97-AF65-F5344CB8AC3E}">
        <p14:creationId xmlns:p14="http://schemas.microsoft.com/office/powerpoint/2010/main" val="1874364921"/>
      </p:ext>
    </p:extLst>
  </p:cSld>
  <p:clrMapOvr>
    <a:masterClrMapping/>
  </p:clrMapOvr>
  <p:transition spd="slow">
    <p:push dir="u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BFD86DE-1DB5-44CA-909F-764A6565EE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Firebase – Realtime Database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5143C6F7-B731-0C46-87E3-55867683E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17</a:t>
            </a:fld>
            <a:endParaRPr lang="en-AU" noProof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E81B776-E19C-5948-8047-89E3CFBB2077}"/>
              </a:ext>
            </a:extLst>
          </p:cNvPr>
          <p:cNvSpPr/>
          <p:nvPr/>
        </p:nvSpPr>
        <p:spPr>
          <a:xfrm>
            <a:off x="6943894" y="2450189"/>
            <a:ext cx="48621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i="1"/>
              <a:t>Store and sync data with Firebase </a:t>
            </a:r>
            <a:r>
              <a:rPr lang="en-US" sz="2000" b="1" i="1"/>
              <a:t>NoSQL</a:t>
            </a:r>
            <a:r>
              <a:rPr lang="en-US" sz="2000" i="1"/>
              <a:t> cloud database. </a:t>
            </a:r>
          </a:p>
          <a:p>
            <a:endParaRPr lang="en-US" sz="2000" i="1"/>
          </a:p>
          <a:p>
            <a:r>
              <a:rPr lang="en-US" sz="2000" i="1"/>
              <a:t>Data is synced across all clients in </a:t>
            </a:r>
            <a:r>
              <a:rPr lang="en-US" sz="2000" i="1" err="1"/>
              <a:t>realtime</a:t>
            </a:r>
            <a:r>
              <a:rPr lang="en-US" sz="2000" i="1"/>
              <a:t>, and remains available when your app goes offline.</a:t>
            </a:r>
          </a:p>
          <a:p>
            <a:endParaRPr lang="en-US" sz="2000" i="1"/>
          </a:p>
          <a:p>
            <a:r>
              <a:rPr lang="en-AU" sz="2000">
                <a:hlinkClick r:id="rId3"/>
              </a:rPr>
              <a:t>https://firebase.google.com/docs/database</a:t>
            </a:r>
            <a:endParaRPr lang="en-US" sz="2000" i="1"/>
          </a:p>
        </p:txBody>
      </p:sp>
      <p:pic>
        <p:nvPicPr>
          <p:cNvPr id="4" name="Online Media 3" descr="Introducing Firebase Realtime Database">
            <a:hlinkClick r:id="" action="ppaction://media"/>
            <a:extLst>
              <a:ext uri="{FF2B5EF4-FFF2-40B4-BE49-F238E27FC236}">
                <a16:creationId xmlns:a16="http://schemas.microsoft.com/office/drawing/2014/main" id="{3516D87B-6372-8047-BB0E-3812F75A6403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4"/>
          <a:stretch>
            <a:fillRect/>
          </a:stretch>
        </p:blipFill>
        <p:spPr>
          <a:xfrm>
            <a:off x="508178" y="2227536"/>
            <a:ext cx="5333064" cy="29998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26979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6987EAE7-0546-4AB4-88E3-C8F71222AD3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986247" y="1644844"/>
            <a:ext cx="3651635" cy="4376737"/>
          </a:xfrm>
          <a:prstGeom prst="rect">
            <a:avLst/>
          </a:prstGeo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18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066077"/>
            <a:ext cx="5400000" cy="1322773"/>
          </a:xfrm>
        </p:spPr>
        <p:txBody>
          <a:bodyPr/>
          <a:lstStyle/>
          <a:p>
            <a:r>
              <a:rPr lang="en-US" i="1"/>
              <a:t>Step 1: Create a project at Firebase Console</a:t>
            </a:r>
          </a:p>
          <a:p>
            <a:endParaRPr lang="en-US"/>
          </a:p>
          <a:p>
            <a:r>
              <a:rPr lang="en-AU">
                <a:hlinkClick r:id="rId3"/>
              </a:rPr>
              <a:t>https://console.firebase.google.com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767509415"/>
      </p:ext>
    </p:extLst>
  </p:cSld>
  <p:clrMapOvr>
    <a:masterClrMapping/>
  </p:clrMapOvr>
  <p:transition spd="slow">
    <p:push dir="u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19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502723"/>
            <a:ext cx="5400000" cy="449480"/>
          </a:xfrm>
        </p:spPr>
        <p:txBody>
          <a:bodyPr/>
          <a:lstStyle/>
          <a:p>
            <a:r>
              <a:rPr lang="en-US" i="1"/>
              <a:t>Step 2: Add an app to your project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E100EC5B-777A-4926-8C30-65179E9D4C2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2509899"/>
            <a:ext cx="5400675" cy="2420815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7328CEF4-4EFD-4EEC-A1BD-F61D332E912F}"/>
              </a:ext>
            </a:extLst>
          </p:cNvPr>
          <p:cNvSpPr/>
          <p:nvPr/>
        </p:nvSpPr>
        <p:spPr>
          <a:xfrm>
            <a:off x="1584790" y="4358936"/>
            <a:ext cx="1504640" cy="571778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105392420"/>
      </p:ext>
    </p:extLst>
  </p:cSld>
  <p:clrMapOvr>
    <a:masterClrMapping/>
  </p:clrMapOvr>
  <p:transition spd="slow">
    <p:push dir="u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20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3336587"/>
            <a:ext cx="5400000" cy="767437"/>
          </a:xfrm>
        </p:spPr>
        <p:txBody>
          <a:bodyPr/>
          <a:lstStyle/>
          <a:p>
            <a:r>
              <a:rPr lang="en-US" i="1"/>
              <a:t>Step 3: Create an Android app and input the package name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8BB4C725-5EC8-431C-9ABF-8DDF07B0377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891367" y="1531938"/>
            <a:ext cx="4249766" cy="4376737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8E7A07EF-93A0-490A-97F7-36D051CF7A9F}"/>
              </a:ext>
            </a:extLst>
          </p:cNvPr>
          <p:cNvSpPr/>
          <p:nvPr/>
        </p:nvSpPr>
        <p:spPr>
          <a:xfrm>
            <a:off x="1167539" y="2228295"/>
            <a:ext cx="2250363" cy="96766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DFDAC6B-267D-4B29-9AFF-7544B5D06EE0}"/>
              </a:ext>
            </a:extLst>
          </p:cNvPr>
          <p:cNvSpPr/>
          <p:nvPr/>
        </p:nvSpPr>
        <p:spPr>
          <a:xfrm>
            <a:off x="1533003" y="5424842"/>
            <a:ext cx="1050399" cy="483833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221774709"/>
      </p:ext>
    </p:extLst>
  </p:cSld>
  <p:clrMapOvr>
    <a:masterClrMapping/>
  </p:clrMapOvr>
  <p:transition spd="slow">
    <p:push dir="u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21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3336587"/>
            <a:ext cx="5400000" cy="767437"/>
          </a:xfrm>
        </p:spPr>
        <p:txBody>
          <a:bodyPr/>
          <a:lstStyle/>
          <a:p>
            <a:r>
              <a:rPr lang="en-US" i="1"/>
              <a:t>Step 4: Download the config file and put the file into the Android project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DB21FBB9-8D4A-4727-A57B-7A289D8E914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00071" y="1531938"/>
            <a:ext cx="4832359" cy="4376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7224257"/>
      </p:ext>
    </p:extLst>
  </p:cSld>
  <p:clrMapOvr>
    <a:masterClrMapping/>
  </p:clrMapOvr>
  <p:transition spd="slow">
    <p:push dir="u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22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3336587"/>
            <a:ext cx="5400000" cy="767437"/>
          </a:xfrm>
        </p:spPr>
        <p:txBody>
          <a:bodyPr/>
          <a:lstStyle/>
          <a:p>
            <a:r>
              <a:rPr lang="en-US" i="1"/>
              <a:t>Step 4: Download the config file and put the file into the Android project</a:t>
            </a:r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6C8BAA9E-DFFA-4BAB-A1A9-5B247E40BA7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2664434"/>
            <a:ext cx="5400675" cy="2111744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42FDE9FD-B982-4EB2-9530-7C52BE7DDB19}"/>
              </a:ext>
            </a:extLst>
          </p:cNvPr>
          <p:cNvSpPr/>
          <p:nvPr/>
        </p:nvSpPr>
        <p:spPr>
          <a:xfrm>
            <a:off x="2713734" y="2664434"/>
            <a:ext cx="1201319" cy="220809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94D3942-9D28-44E9-B3C0-879C8B32594B}"/>
              </a:ext>
            </a:extLst>
          </p:cNvPr>
          <p:cNvSpPr/>
          <p:nvPr/>
        </p:nvSpPr>
        <p:spPr>
          <a:xfrm>
            <a:off x="315913" y="4361548"/>
            <a:ext cx="5294774" cy="220809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656423266"/>
      </p:ext>
    </p:extLst>
  </p:cSld>
  <p:clrMapOvr>
    <a:masterClrMapping/>
  </p:clrMapOvr>
  <p:transition spd="slow">
    <p:push dir="u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23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3336587"/>
            <a:ext cx="5400000" cy="767437"/>
          </a:xfrm>
        </p:spPr>
        <p:txBody>
          <a:bodyPr/>
          <a:lstStyle/>
          <a:p>
            <a:r>
              <a:rPr lang="en-US" i="1"/>
              <a:t>Step 4: Modify the </a:t>
            </a:r>
            <a:r>
              <a:rPr lang="en-US" i="1" err="1"/>
              <a:t>build.gradle</a:t>
            </a:r>
            <a:r>
              <a:rPr lang="en-US" i="1"/>
              <a:t> in both </a:t>
            </a:r>
            <a:r>
              <a:rPr lang="en-US" b="1" i="1"/>
              <a:t>project</a:t>
            </a:r>
            <a:r>
              <a:rPr lang="en-US" i="1"/>
              <a:t> level and </a:t>
            </a:r>
            <a:r>
              <a:rPr lang="en-US" b="1" i="1"/>
              <a:t>app</a:t>
            </a:r>
            <a:r>
              <a:rPr lang="en-US" i="1"/>
              <a:t> level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2022E7E4-E197-443E-967C-38906E89A75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987143" y="1531938"/>
            <a:ext cx="4058214" cy="4376737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BAB537A-216B-468F-816D-1CA55CADAB4C}"/>
              </a:ext>
            </a:extLst>
          </p:cNvPr>
          <p:cNvSpPr/>
          <p:nvPr/>
        </p:nvSpPr>
        <p:spPr>
          <a:xfrm>
            <a:off x="1281991" y="2408461"/>
            <a:ext cx="3680626" cy="92812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E5587DA-2C89-4513-A653-12974EE0E76D}"/>
              </a:ext>
            </a:extLst>
          </p:cNvPr>
          <p:cNvSpPr/>
          <p:nvPr/>
        </p:nvSpPr>
        <p:spPr>
          <a:xfrm>
            <a:off x="1281991" y="3639960"/>
            <a:ext cx="3680626" cy="1100715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795325246"/>
      </p:ext>
    </p:extLst>
  </p:cSld>
  <p:clrMapOvr>
    <a:masterClrMapping/>
  </p:clrMapOvr>
  <p:transition spd="slow">
    <p:push dir="u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24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3477290"/>
            <a:ext cx="5400000" cy="500347"/>
          </a:xfrm>
        </p:spPr>
        <p:txBody>
          <a:bodyPr/>
          <a:lstStyle/>
          <a:p>
            <a:r>
              <a:rPr lang="en-US" i="1"/>
              <a:t>Step 5: Run your app to verify installation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809BDE0B-30A5-41B0-9954-7ABD641BD7D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85941" y="2909179"/>
            <a:ext cx="5400675" cy="16365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0992693"/>
      </p:ext>
    </p:extLst>
  </p:cSld>
  <p:clrMapOvr>
    <a:masterClrMapping/>
  </p:clrMapOvr>
  <p:transition spd="slow">
    <p:push dir="u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25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3477290"/>
            <a:ext cx="5400000" cy="500347"/>
          </a:xfrm>
        </p:spPr>
        <p:txBody>
          <a:bodyPr/>
          <a:lstStyle/>
          <a:p>
            <a:r>
              <a:rPr lang="en-US" i="1"/>
              <a:t>Step 5: Run your app to verify installation</a:t>
            </a:r>
          </a:p>
        </p:txBody>
      </p:sp>
      <p:pic>
        <p:nvPicPr>
          <p:cNvPr id="17" name="Content Placeholder 16">
            <a:extLst>
              <a:ext uri="{FF2B5EF4-FFF2-40B4-BE49-F238E27FC236}">
                <a16:creationId xmlns:a16="http://schemas.microsoft.com/office/drawing/2014/main" id="{396F7219-B38A-468E-A0F0-91D5F9F2656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85267" y="2975573"/>
            <a:ext cx="5400675" cy="15037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2129133"/>
      </p:ext>
    </p:extLst>
  </p:cSld>
  <p:clrMapOvr>
    <a:masterClrMapping/>
  </p:clrMapOvr>
  <p:transition spd="slow">
    <p:push dir="u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Create a Firebase Application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26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9FA6127-C0A8-42CB-977A-47BCBF1AD6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3477290"/>
            <a:ext cx="5400000" cy="500347"/>
          </a:xfrm>
        </p:spPr>
        <p:txBody>
          <a:bodyPr/>
          <a:lstStyle/>
          <a:p>
            <a:r>
              <a:rPr lang="en-US" i="1"/>
              <a:t>Finalize the installation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D37DFAD9-A575-42C0-8BF1-DA2CFED414C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1567566"/>
            <a:ext cx="5400675" cy="43054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8349101"/>
      </p:ext>
    </p:extLst>
  </p:cSld>
  <p:clrMapOvr>
    <a:masterClrMapping/>
  </p:clrMapOvr>
  <p:transition spd="slow">
    <p:push dir="u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27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Firebase</a:t>
            </a:r>
          </a:p>
          <a:p>
            <a:endParaRPr lang="en-AU"/>
          </a:p>
          <a:p>
            <a:pPr marL="342900" indent="-342900">
              <a:buFontTx/>
              <a:buChar char="-"/>
            </a:pPr>
            <a:r>
              <a:rPr lang="en-AU" sz="2400" b="0" i="1"/>
              <a:t>Integrate Realtime Database into your application </a:t>
            </a:r>
          </a:p>
        </p:txBody>
      </p:sp>
    </p:spTree>
    <p:extLst>
      <p:ext uri="{BB962C8B-B14F-4D97-AF65-F5344CB8AC3E}">
        <p14:creationId xmlns:p14="http://schemas.microsoft.com/office/powerpoint/2010/main" val="2911140858"/>
      </p:ext>
    </p:extLst>
  </p:cSld>
  <p:clrMapOvr>
    <a:masterClrMapping/>
  </p:clrMapOvr>
  <p:transition spd="slow">
    <p:push dir="u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Integrate Realtime Database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28</a:t>
            </a:fld>
            <a:endParaRPr lang="en-AU" noProof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A82F43CC-46BB-4215-A54F-90306D0B1F9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2885983"/>
            <a:ext cx="5400675" cy="1668647"/>
          </a:xfrm>
          <a:prstGeom prst="rect">
            <a:avLst/>
          </a:prstGeom>
        </p:spPr>
      </p:pic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EABC020-E840-493F-B28D-B8637FCBA41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623199"/>
            <a:ext cx="5400000" cy="388398"/>
          </a:xfrm>
        </p:spPr>
        <p:txBody>
          <a:bodyPr/>
          <a:lstStyle/>
          <a:p>
            <a:r>
              <a:rPr lang="en-US" i="1"/>
              <a:t>Step 1:  Create a real time database from Firebase</a:t>
            </a:r>
            <a:endParaRPr lang="en-AU" i="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D8AE4E-D4B7-4596-82C2-923AF5E479C6}"/>
              </a:ext>
            </a:extLst>
          </p:cNvPr>
          <p:cNvSpPr/>
          <p:nvPr/>
        </p:nvSpPr>
        <p:spPr>
          <a:xfrm>
            <a:off x="579637" y="3817398"/>
            <a:ext cx="760891" cy="310719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800593818"/>
      </p:ext>
    </p:extLst>
  </p:cSld>
  <p:clrMapOvr>
    <a:masterClrMapping/>
  </p:clrMapOvr>
  <p:transition spd="slow">
    <p:push dir="u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Integrate Realtime Database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29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EABC020-E840-493F-B28D-B8637FCBA41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623199"/>
            <a:ext cx="5400000" cy="388398"/>
          </a:xfrm>
        </p:spPr>
        <p:txBody>
          <a:bodyPr/>
          <a:lstStyle/>
          <a:p>
            <a:r>
              <a:rPr lang="en-US" i="1"/>
              <a:t>Step 2:  Select the test mode</a:t>
            </a:r>
            <a:endParaRPr lang="en-AU" i="1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D2345851-B246-41FF-A6B3-7F1727D0F1A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1579463"/>
            <a:ext cx="5400675" cy="4281686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ABFA7593-A41D-4329-A779-1D075663F349}"/>
              </a:ext>
            </a:extLst>
          </p:cNvPr>
          <p:cNvSpPr/>
          <p:nvPr/>
        </p:nvSpPr>
        <p:spPr>
          <a:xfrm>
            <a:off x="467236" y="3720306"/>
            <a:ext cx="1938614" cy="656385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742909737"/>
      </p:ext>
    </p:extLst>
  </p:cSld>
  <p:clrMapOvr>
    <a:masterClrMapping/>
  </p:clrMapOvr>
  <p:transition spd="slow">
    <p:push dir="u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Integrate Realtime Database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30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EABC020-E840-493F-B28D-B8637FCBA41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276626"/>
            <a:ext cx="5400000" cy="887360"/>
          </a:xfrm>
        </p:spPr>
        <p:txBody>
          <a:bodyPr/>
          <a:lstStyle/>
          <a:p>
            <a:r>
              <a:rPr lang="en-US" i="1"/>
              <a:t>Step 2:  Select the location to Australia </a:t>
            </a:r>
          </a:p>
          <a:p>
            <a:r>
              <a:rPr lang="en-US" i="1"/>
              <a:t>or anywhere you want to deploy your database</a:t>
            </a:r>
            <a:endParaRPr lang="en-AU" i="1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2E2E8D2D-A720-400F-BD78-72F10DD4548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85750" y="1531938"/>
            <a:ext cx="5261001" cy="4376737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606AD704-4B97-4E5F-8E60-37B3B7F8132B}"/>
              </a:ext>
            </a:extLst>
          </p:cNvPr>
          <p:cNvSpPr/>
          <p:nvPr/>
        </p:nvSpPr>
        <p:spPr>
          <a:xfrm>
            <a:off x="564889" y="3924493"/>
            <a:ext cx="3057199" cy="665262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083684464"/>
      </p:ext>
    </p:extLst>
  </p:cSld>
  <p:clrMapOvr>
    <a:masterClrMapping/>
  </p:clrMapOvr>
  <p:transition spd="slow"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Integrate Realtime Database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31</a:t>
            </a:fld>
            <a:endParaRPr lang="en-AU" noProof="0"/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0344DD5C-E574-4F18-ADAF-C27BFE3C9CE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66725" y="4034031"/>
            <a:ext cx="5400675" cy="1844951"/>
          </a:xfrm>
          <a:prstGeom prst="rect">
            <a:avLst/>
          </a:prstGeom>
        </p:spPr>
      </p:pic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00FC56C7-F635-48F3-A512-0CE738C0AEC9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24600" y="1561630"/>
            <a:ext cx="5400675" cy="4317353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6A9AC4D3-F9C0-47FC-B21D-E184AAD8D80D}"/>
              </a:ext>
            </a:extLst>
          </p:cNvPr>
          <p:cNvSpPr/>
          <p:nvPr/>
        </p:nvSpPr>
        <p:spPr>
          <a:xfrm>
            <a:off x="1940819" y="5045284"/>
            <a:ext cx="3926581" cy="833698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FE30907-8843-4948-99B5-4445EE78BA50}"/>
              </a:ext>
            </a:extLst>
          </p:cNvPr>
          <p:cNvSpPr/>
          <p:nvPr/>
        </p:nvSpPr>
        <p:spPr>
          <a:xfrm>
            <a:off x="6324600" y="4218295"/>
            <a:ext cx="5322903" cy="1660687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967FCEE5-F297-40B4-A67E-34CDB3B5393F}"/>
              </a:ext>
            </a:extLst>
          </p:cNvPr>
          <p:cNvCxnSpPr>
            <a:stCxn id="13" idx="3"/>
            <a:endCxn id="14" idx="1"/>
          </p:cNvCxnSpPr>
          <p:nvPr/>
        </p:nvCxnSpPr>
        <p:spPr>
          <a:xfrm flipV="1">
            <a:off x="5867400" y="5048639"/>
            <a:ext cx="457200" cy="41349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Content Placeholder 6">
            <a:extLst>
              <a:ext uri="{FF2B5EF4-FFF2-40B4-BE49-F238E27FC236}">
                <a16:creationId xmlns:a16="http://schemas.microsoft.com/office/drawing/2014/main" id="{6DF198E9-B21D-4360-9CE2-EABFD4C25463}"/>
              </a:ext>
            </a:extLst>
          </p:cNvPr>
          <p:cNvSpPr txBox="1">
            <a:spLocks/>
          </p:cNvSpPr>
          <p:nvPr/>
        </p:nvSpPr>
        <p:spPr>
          <a:xfrm>
            <a:off x="467400" y="2541640"/>
            <a:ext cx="5400000" cy="88736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i="1"/>
              <a:t>Step 3:  Change the Rules of Realtime Database to public (for debugging your application)</a:t>
            </a:r>
            <a:endParaRPr lang="en-AU" i="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0BC82FE-B05E-4144-87BC-D0649A02AE51}"/>
              </a:ext>
            </a:extLst>
          </p:cNvPr>
          <p:cNvSpPr/>
          <p:nvPr/>
        </p:nvSpPr>
        <p:spPr>
          <a:xfrm>
            <a:off x="466724" y="4122808"/>
            <a:ext cx="1474095" cy="317445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3204375139"/>
      </p:ext>
    </p:extLst>
  </p:cSld>
  <p:clrMapOvr>
    <a:masterClrMapping/>
  </p:clrMapOvr>
  <p:transition spd="slow">
    <p:push dir="u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Integrate Realtime Database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32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F67FB1B-A3BE-45DF-B535-E6F4B2D4407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370322"/>
            <a:ext cx="5400000" cy="701336"/>
          </a:xfrm>
        </p:spPr>
        <p:txBody>
          <a:bodyPr/>
          <a:lstStyle/>
          <a:p>
            <a:r>
              <a:rPr lang="en-US" i="1"/>
              <a:t>Step 4: Modify the Android Application to monitor the data from Realtime database.</a:t>
            </a:r>
            <a:endParaRPr lang="en-AU" i="1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CF42CC5C-93C5-48B8-98FF-F1AA7753AB8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062014" y="1532622"/>
            <a:ext cx="3997251" cy="4376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9535873"/>
      </p:ext>
    </p:extLst>
  </p:cSld>
  <p:clrMapOvr>
    <a:masterClrMapping/>
  </p:clrMapOvr>
  <p:transition spd="slow">
    <p:push dir="u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Integrate Realtime Database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33</a:t>
            </a:fld>
            <a:endParaRPr lang="en-AU" noProof="0"/>
          </a:p>
        </p:txBody>
      </p:sp>
      <p:pic>
        <p:nvPicPr>
          <p:cNvPr id="15" name="device-2019-07-23-155614">
            <a:hlinkClick r:id="" action="ppaction://media"/>
            <a:extLst>
              <a:ext uri="{FF2B5EF4-FFF2-40B4-BE49-F238E27FC236}">
                <a16:creationId xmlns:a16="http://schemas.microsoft.com/office/drawing/2014/main" id="{792DAE17-DD51-490D-9AA8-F5860FE258C8}"/>
              </a:ext>
            </a:extLst>
          </p:cNvPr>
          <p:cNvPicPr>
            <a:picLocks noGrp="1" noChangeAspect="1"/>
          </p:cNvPicPr>
          <p:nvPr>
            <p:ph idx="13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7929563" y="1531938"/>
            <a:ext cx="2189162" cy="4376737"/>
          </a:xfrm>
        </p:spPr>
      </p:pic>
      <p:pic>
        <p:nvPicPr>
          <p:cNvPr id="14" name="Content Placeholder 9">
            <a:extLst>
              <a:ext uri="{FF2B5EF4-FFF2-40B4-BE49-F238E27FC236}">
                <a16:creationId xmlns:a16="http://schemas.microsoft.com/office/drawing/2014/main" id="{7D6BD121-1BA0-4C89-A9E2-B93A523B10E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5"/>
          <a:stretch>
            <a:fillRect/>
          </a:stretch>
        </p:blipFill>
        <p:spPr>
          <a:xfrm>
            <a:off x="1230313" y="2286794"/>
            <a:ext cx="3571875" cy="28670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595353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5714" fill="hold"/>
                                        <p:tgtEl>
                                          <p:spTgt spid="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34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Connectivity</a:t>
            </a:r>
          </a:p>
        </p:txBody>
      </p:sp>
    </p:spTree>
    <p:extLst>
      <p:ext uri="{BB962C8B-B14F-4D97-AF65-F5344CB8AC3E}">
        <p14:creationId xmlns:p14="http://schemas.microsoft.com/office/powerpoint/2010/main" val="3663283677"/>
      </p:ext>
    </p:extLst>
  </p:cSld>
  <p:clrMapOvr>
    <a:masterClrMapping/>
  </p:clrMapOvr>
  <p:transition spd="slow">
    <p:push dir="u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Connectivity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35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330A5DD-5BFE-493C-8240-6E46C0E9233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576765" y="2631747"/>
            <a:ext cx="4932120" cy="2192971"/>
          </a:xfrm>
        </p:spPr>
        <p:txBody>
          <a:bodyPr/>
          <a:lstStyle/>
          <a:p>
            <a:r>
              <a:rPr lang="en-AU"/>
              <a:t>Android provides APIs to let your app connect </a:t>
            </a:r>
            <a:r>
              <a:rPr lang="en-AU" b="1" i="1"/>
              <a:t>standard network</a:t>
            </a:r>
            <a:r>
              <a:rPr lang="en-AU"/>
              <a:t>, and interact other devices with protocols such as </a:t>
            </a:r>
            <a:r>
              <a:rPr lang="en-AU" b="1" i="1"/>
              <a:t>Bluetooth, NFC</a:t>
            </a:r>
            <a:r>
              <a:rPr lang="en-AU"/>
              <a:t>, etc.</a:t>
            </a:r>
          </a:p>
          <a:p>
            <a:endParaRPr lang="en-AU"/>
          </a:p>
          <a:p>
            <a:r>
              <a:rPr lang="en-AU">
                <a:hlinkClick r:id="rId2"/>
              </a:rPr>
              <a:t>https://developer.android.com/guide/topics/connectivity</a:t>
            </a:r>
            <a:endParaRPr lang="en-AU"/>
          </a:p>
        </p:txBody>
      </p:sp>
      <p:pic>
        <p:nvPicPr>
          <p:cNvPr id="2" name="Content Placeholder 1">
            <a:extLst>
              <a:ext uri="{FF2B5EF4-FFF2-40B4-BE49-F238E27FC236}">
                <a16:creationId xmlns:a16="http://schemas.microsoft.com/office/drawing/2014/main" id="{D02536AD-3A0E-AF4A-8E34-FB4636E8168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756683" y="2129556"/>
            <a:ext cx="3996694" cy="31973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3896983"/>
      </p:ext>
    </p:extLst>
  </p:cSld>
  <p:clrMapOvr>
    <a:masterClrMapping/>
  </p:clrMapOvr>
  <p:transition spd="slow">
    <p:push dir="u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Connectivity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36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330A5DD-5BFE-493C-8240-6E46C0E9233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576765" y="2754815"/>
            <a:ext cx="4932120" cy="1640150"/>
          </a:xfrm>
        </p:spPr>
        <p:txBody>
          <a:bodyPr/>
          <a:lstStyle/>
          <a:p>
            <a:r>
              <a:rPr lang="en-AU" i="1"/>
              <a:t>In this tutorial, we will focus on:</a:t>
            </a:r>
          </a:p>
          <a:p>
            <a:endParaRPr lang="en-AU" i="1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/>
              <a:t>Bluetooth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/>
              <a:t>Socket, HTTP, WebSocket</a:t>
            </a:r>
          </a:p>
        </p:txBody>
      </p:sp>
      <p:pic>
        <p:nvPicPr>
          <p:cNvPr id="11" name="Content Placeholder 1">
            <a:extLst>
              <a:ext uri="{FF2B5EF4-FFF2-40B4-BE49-F238E27FC236}">
                <a16:creationId xmlns:a16="http://schemas.microsoft.com/office/drawing/2014/main" id="{47ADE34D-7ADF-4EEF-A00D-0F915E68712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428765" y="1894104"/>
            <a:ext cx="3516097" cy="860711"/>
          </a:xfrm>
          <a:prstGeom prst="rect">
            <a:avLst/>
          </a:prstGeom>
        </p:spPr>
      </p:pic>
      <p:pic>
        <p:nvPicPr>
          <p:cNvPr id="1028" name="Picture 4" descr="Image result for websocket">
            <a:extLst>
              <a:ext uri="{FF2B5EF4-FFF2-40B4-BE49-F238E27FC236}">
                <a16:creationId xmlns:a16="http://schemas.microsoft.com/office/drawing/2014/main" id="{AE29ED74-CEE5-4D3A-A01A-DD24559823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70251" y="3049548"/>
            <a:ext cx="2771007" cy="16460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Image result for tcp udp">
            <a:extLst>
              <a:ext uri="{FF2B5EF4-FFF2-40B4-BE49-F238E27FC236}">
                <a16:creationId xmlns:a16="http://schemas.microsoft.com/office/drawing/2014/main" id="{18FF0B26-BC14-4FD9-9867-FFF1B2A1D0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0781" y="3053039"/>
            <a:ext cx="2173963" cy="1642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4" descr="Image result for http restful">
            <a:extLst>
              <a:ext uri="{FF2B5EF4-FFF2-40B4-BE49-F238E27FC236}">
                <a16:creationId xmlns:a16="http://schemas.microsoft.com/office/drawing/2014/main" id="{CB615CC9-74FF-42E9-AEAA-BAE18498D4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9211" y="4908653"/>
            <a:ext cx="4362080" cy="12638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24166636"/>
      </p:ext>
    </p:extLst>
  </p:cSld>
  <p:clrMapOvr>
    <a:masterClrMapping/>
  </p:clrMapOvr>
  <p:transition spd="slow">
    <p:push dir="u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37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Connectivity</a:t>
            </a:r>
          </a:p>
          <a:p>
            <a:endParaRPr lang="en-AU"/>
          </a:p>
          <a:p>
            <a:pPr marL="342900" indent="-342900">
              <a:buFontTx/>
              <a:buChar char="-"/>
            </a:pPr>
            <a:r>
              <a:rPr lang="en-AU" sz="2400" b="0" i="1"/>
              <a:t>Bluetooth</a:t>
            </a:r>
          </a:p>
        </p:txBody>
      </p:sp>
    </p:spTree>
    <p:extLst>
      <p:ext uri="{BB962C8B-B14F-4D97-AF65-F5344CB8AC3E}">
        <p14:creationId xmlns:p14="http://schemas.microsoft.com/office/powerpoint/2010/main" val="4077397376"/>
      </p:ext>
    </p:extLst>
  </p:cSld>
  <p:clrMapOvr>
    <a:masterClrMapping/>
  </p:clrMapOvr>
  <p:transition spd="slow">
    <p:push dir="u"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Bluetooth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38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330A5DD-5BFE-493C-8240-6E46C0E9233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574494"/>
            <a:ext cx="5400000" cy="2305938"/>
          </a:xfrm>
        </p:spPr>
        <p:txBody>
          <a:bodyPr/>
          <a:lstStyle/>
          <a:p>
            <a:r>
              <a:rPr lang="en-AU" b="1" i="1"/>
              <a:t>Bluetooth</a:t>
            </a:r>
            <a:r>
              <a:rPr lang="en-AU"/>
              <a:t> is a wireless technology standard for </a:t>
            </a:r>
            <a:r>
              <a:rPr lang="en-AU" b="1" i="1"/>
              <a:t>exchanging data </a:t>
            </a:r>
            <a:r>
              <a:rPr lang="en-AU"/>
              <a:t>between fixed and mobile devices over short distances using short-wavelength UHF radio waves.</a:t>
            </a:r>
          </a:p>
          <a:p>
            <a:endParaRPr lang="en-AU"/>
          </a:p>
          <a:p>
            <a:r>
              <a:rPr lang="en-AU">
                <a:hlinkClick r:id="rId2"/>
              </a:rPr>
              <a:t>https://en.wikipedia.org/wiki/Bluetooth</a:t>
            </a:r>
            <a:endParaRPr lang="en-AU"/>
          </a:p>
        </p:txBody>
      </p:sp>
      <p:pic>
        <p:nvPicPr>
          <p:cNvPr id="2" name="Content Placeholder 1">
            <a:extLst>
              <a:ext uri="{FF2B5EF4-FFF2-40B4-BE49-F238E27FC236}">
                <a16:creationId xmlns:a16="http://schemas.microsoft.com/office/drawing/2014/main" id="{DCD023D4-EE2A-374F-A165-AB9EAFC59C2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785539" y="2904914"/>
            <a:ext cx="4287972" cy="10481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8228926"/>
      </p:ext>
    </p:extLst>
  </p:cSld>
  <p:clrMapOvr>
    <a:masterClrMapping/>
  </p:clrMapOvr>
  <p:transition spd="slow">
    <p:push dir="u"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Bluetooth 4.0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39</a:t>
            </a:fld>
            <a:endParaRPr lang="en-AU" noProof="0"/>
          </a:p>
        </p:txBody>
      </p:sp>
      <p:sp>
        <p:nvSpPr>
          <p:cNvPr id="12" name="Content Placeholder 4">
            <a:extLst>
              <a:ext uri="{FF2B5EF4-FFF2-40B4-BE49-F238E27FC236}">
                <a16:creationId xmlns:a16="http://schemas.microsoft.com/office/drawing/2014/main" id="{153F5948-E6B1-984C-9060-C6021546FD48}"/>
              </a:ext>
            </a:extLst>
          </p:cNvPr>
          <p:cNvSpPr txBox="1">
            <a:spLocks/>
          </p:cNvSpPr>
          <p:nvPr/>
        </p:nvSpPr>
        <p:spPr>
          <a:xfrm>
            <a:off x="6324765" y="2309439"/>
            <a:ext cx="5266928" cy="283604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b="1" i="1"/>
              <a:t>Bluetooth Low Energy</a:t>
            </a:r>
            <a:r>
              <a:rPr lang="en-AU"/>
              <a:t> (Bluetooth LE, colloquially BLE, formerly marketed as Bluetooth Smart) is intended to provide considerably </a:t>
            </a:r>
            <a:r>
              <a:rPr lang="en-AU" b="1" i="1"/>
              <a:t>reduced power consumption </a:t>
            </a:r>
            <a:r>
              <a:rPr lang="en-AU"/>
              <a:t>and cost while maintaining a similar communication range.</a:t>
            </a:r>
          </a:p>
          <a:p>
            <a:endParaRPr lang="en-AU"/>
          </a:p>
          <a:p>
            <a:r>
              <a:rPr lang="en-AU">
                <a:hlinkClick r:id="rId2"/>
              </a:rPr>
              <a:t>https://en.wikipedia.org/wiki/Bluetooth_Low_Energy</a:t>
            </a:r>
            <a:endParaRPr lang="en-AU"/>
          </a:p>
        </p:txBody>
      </p:sp>
      <p:pic>
        <p:nvPicPr>
          <p:cNvPr id="17" name="Content Placeholder 1">
            <a:extLst>
              <a:ext uri="{FF2B5EF4-FFF2-40B4-BE49-F238E27FC236}">
                <a16:creationId xmlns:a16="http://schemas.microsoft.com/office/drawing/2014/main" id="{DDF2BE48-9025-1641-B285-F51DA77870D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904573" y="3019646"/>
            <a:ext cx="3984778" cy="13016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5721237"/>
      </p:ext>
    </p:extLst>
  </p:cSld>
  <p:clrMapOvr>
    <a:masterClrMapping/>
  </p:clrMapOvr>
  <p:transition spd="slow">
    <p:push dir="u"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Bluetooth in Android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40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330A5DD-5BFE-493C-8240-6E46C0E9233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54523"/>
            <a:ext cx="5254091" cy="2531566"/>
          </a:xfrm>
        </p:spPr>
        <p:txBody>
          <a:bodyPr/>
          <a:lstStyle/>
          <a:p>
            <a:r>
              <a:rPr lang="en-AU"/>
              <a:t>The </a:t>
            </a:r>
            <a:r>
              <a:rPr lang="en-AU" b="1" i="1"/>
              <a:t>Android</a:t>
            </a:r>
            <a:r>
              <a:rPr lang="en-AU"/>
              <a:t> platform includes support for the </a:t>
            </a:r>
            <a:r>
              <a:rPr lang="en-AU" i="1"/>
              <a:t>Bluetooth network stack</a:t>
            </a:r>
            <a:r>
              <a:rPr lang="en-AU"/>
              <a:t>, which allows a device to </a:t>
            </a:r>
            <a:r>
              <a:rPr lang="en-AU" b="1" i="1"/>
              <a:t>wirelessly exchange data </a:t>
            </a:r>
            <a:r>
              <a:rPr lang="en-AU"/>
              <a:t>with other Bluetooth devices. </a:t>
            </a:r>
          </a:p>
          <a:p>
            <a:endParaRPr lang="en-AU"/>
          </a:p>
          <a:p>
            <a:r>
              <a:rPr lang="en-AU">
                <a:hlinkClick r:id="rId2"/>
              </a:rPr>
              <a:t>https://developer.android.com/guide/topics/connectivity/bluetooth</a:t>
            </a:r>
            <a:endParaRPr lang="en-AU"/>
          </a:p>
        </p:txBody>
      </p:sp>
      <p:pic>
        <p:nvPicPr>
          <p:cNvPr id="2" name="Content Placeholder 1">
            <a:extLst>
              <a:ext uri="{FF2B5EF4-FFF2-40B4-BE49-F238E27FC236}">
                <a16:creationId xmlns:a16="http://schemas.microsoft.com/office/drawing/2014/main" id="{18424062-5DD5-6648-AB47-2180A45B9D5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716125" y="2634987"/>
            <a:ext cx="4608636" cy="21602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8159490"/>
      </p:ext>
    </p:extLst>
  </p:cSld>
  <p:clrMapOvr>
    <a:masterClrMapping/>
  </p:clrMapOvr>
  <p:transition spd="slow">
    <p:push dir="u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Bluetooth – Build Connection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41</a:t>
            </a:fld>
            <a:endParaRPr lang="en-AU" noProof="0"/>
          </a:p>
        </p:txBody>
      </p:sp>
      <p:pic>
        <p:nvPicPr>
          <p:cNvPr id="6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4A76ABD5-60C1-A243-AD36-50DAACA21A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855214" y="2208891"/>
            <a:ext cx="1831944" cy="2150389"/>
          </a:xfrm>
          <a:prstGeom prst="rect">
            <a:avLst/>
          </a:prstGeom>
          <a:noFill/>
        </p:spPr>
      </p:pic>
      <p:pic>
        <p:nvPicPr>
          <p:cNvPr id="7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4463AC62-B6E7-C24D-AE2E-47311863C0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50839" y="2208890"/>
            <a:ext cx="1831944" cy="2150389"/>
          </a:xfrm>
          <a:prstGeom prst="rect">
            <a:avLst/>
          </a:prstGeom>
          <a:noFill/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3F5FAB9E-1AF8-0440-BCB2-8C3944C0D6C5}"/>
              </a:ext>
            </a:extLst>
          </p:cNvPr>
          <p:cNvSpPr txBox="1"/>
          <p:nvPr/>
        </p:nvSpPr>
        <p:spPr>
          <a:xfrm>
            <a:off x="2130863" y="4556067"/>
            <a:ext cx="12806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Server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518A913-F777-A949-8E38-08B95C59D1F7}"/>
              </a:ext>
            </a:extLst>
          </p:cNvPr>
          <p:cNvSpPr txBox="1"/>
          <p:nvPr/>
        </p:nvSpPr>
        <p:spPr>
          <a:xfrm>
            <a:off x="8926489" y="4556067"/>
            <a:ext cx="1280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Client</a:t>
            </a:r>
          </a:p>
        </p:txBody>
      </p:sp>
      <p:sp>
        <p:nvSpPr>
          <p:cNvPr id="12" name="Left Arrow 11">
            <a:extLst>
              <a:ext uri="{FF2B5EF4-FFF2-40B4-BE49-F238E27FC236}">
                <a16:creationId xmlns:a16="http://schemas.microsoft.com/office/drawing/2014/main" id="{42BBEF1E-A867-CB4D-951C-F371AF5E2D95}"/>
              </a:ext>
            </a:extLst>
          </p:cNvPr>
          <p:cNvSpPr/>
          <p:nvPr/>
        </p:nvSpPr>
        <p:spPr>
          <a:xfrm>
            <a:off x="5236095" y="3025515"/>
            <a:ext cx="1865807" cy="764440"/>
          </a:xfrm>
          <a:prstGeom prst="lef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5DEFD43-06C4-2646-9EE3-166775A8393B}"/>
              </a:ext>
            </a:extLst>
          </p:cNvPr>
          <p:cNvSpPr txBox="1"/>
          <p:nvPr/>
        </p:nvSpPr>
        <p:spPr>
          <a:xfrm>
            <a:off x="5528676" y="4556067"/>
            <a:ext cx="1280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Request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4E278F-5F7E-8144-86DD-07D4FFD90C1C}"/>
              </a:ext>
            </a:extLst>
          </p:cNvPr>
          <p:cNvSpPr txBox="1"/>
          <p:nvPr/>
        </p:nvSpPr>
        <p:spPr>
          <a:xfrm>
            <a:off x="2338535" y="5533044"/>
            <a:ext cx="766092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i="1">
                <a:solidFill>
                  <a:srgbClr val="FF0000"/>
                </a:solidFill>
              </a:rPr>
              <a:t>One device must be server, while another will be the client.</a:t>
            </a:r>
          </a:p>
        </p:txBody>
      </p:sp>
    </p:spTree>
    <p:extLst>
      <p:ext uri="{BB962C8B-B14F-4D97-AF65-F5344CB8AC3E}">
        <p14:creationId xmlns:p14="http://schemas.microsoft.com/office/powerpoint/2010/main" val="2591200897"/>
      </p:ext>
    </p:extLst>
  </p:cSld>
  <p:clrMapOvr>
    <a:masterClrMapping/>
  </p:clrMapOvr>
  <p:transition spd="slow">
    <p:push dir="u"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Bluetooth – Build Connection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42</a:t>
            </a:fld>
            <a:endParaRPr lang="en-AU" noProof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4E278F-5F7E-8144-86DD-07D4FFD90C1C}"/>
              </a:ext>
            </a:extLst>
          </p:cNvPr>
          <p:cNvSpPr txBox="1"/>
          <p:nvPr/>
        </p:nvSpPr>
        <p:spPr>
          <a:xfrm>
            <a:off x="3958542" y="5479882"/>
            <a:ext cx="427491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i="1">
                <a:solidFill>
                  <a:srgbClr val="FF0000"/>
                </a:solidFill>
              </a:rPr>
              <a:t>Users can decide which is server</a:t>
            </a:r>
          </a:p>
        </p:txBody>
      </p:sp>
      <p:pic>
        <p:nvPicPr>
          <p:cNvPr id="15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C593007D-1B98-1443-9DF6-56643FA84F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30134" y="3540083"/>
            <a:ext cx="1339918" cy="1572834"/>
          </a:xfrm>
          <a:prstGeom prst="rect">
            <a:avLst/>
          </a:prstGeom>
          <a:noFill/>
        </p:spPr>
      </p:pic>
      <p:pic>
        <p:nvPicPr>
          <p:cNvPr id="16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EA7530B0-2371-5B43-AAA4-2927EE44C2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59543" y="3540083"/>
            <a:ext cx="1339918" cy="1572834"/>
          </a:xfrm>
          <a:prstGeom prst="rect">
            <a:avLst/>
          </a:prstGeom>
          <a:noFill/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11F6CE63-B8BB-F747-AEE2-550E9B497D6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75453" y="3540083"/>
            <a:ext cx="1373316" cy="1476963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D1C016C5-CF91-D140-A122-16ADB025A4F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80826" y="3588018"/>
            <a:ext cx="1373316" cy="1476963"/>
          </a:xfrm>
          <a:prstGeom prst="rect">
            <a:avLst/>
          </a:prstGeom>
        </p:spPr>
      </p:pic>
      <p:sp>
        <p:nvSpPr>
          <p:cNvPr id="19" name="Oval Callout 18">
            <a:extLst>
              <a:ext uri="{FF2B5EF4-FFF2-40B4-BE49-F238E27FC236}">
                <a16:creationId xmlns:a16="http://schemas.microsoft.com/office/drawing/2014/main" id="{4830F4DF-2B10-7843-B03F-478FB642D065}"/>
              </a:ext>
            </a:extLst>
          </p:cNvPr>
          <p:cNvSpPr/>
          <p:nvPr/>
        </p:nvSpPr>
        <p:spPr>
          <a:xfrm>
            <a:off x="3512834" y="1702552"/>
            <a:ext cx="5028599" cy="1664709"/>
          </a:xfrm>
          <a:prstGeom prst="wedgeEllipseCallou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800" b="1">
                <a:solidFill>
                  <a:schemeClr val="tx1"/>
                </a:solidFill>
              </a:rPr>
              <a:t>Let me be server</a:t>
            </a:r>
          </a:p>
        </p:txBody>
      </p:sp>
    </p:spTree>
    <p:extLst>
      <p:ext uri="{BB962C8B-B14F-4D97-AF65-F5344CB8AC3E}">
        <p14:creationId xmlns:p14="http://schemas.microsoft.com/office/powerpoint/2010/main" val="3066881506"/>
      </p:ext>
    </p:extLst>
  </p:cSld>
  <p:clrMapOvr>
    <a:masterClrMapping/>
  </p:clrMapOvr>
  <p:transition spd="slow">
    <p:push dir="u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Bluetooth – Build Connection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43</a:t>
            </a:fld>
            <a:endParaRPr lang="en-AU" noProof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4E278F-5F7E-8144-86DD-07D4FFD90C1C}"/>
              </a:ext>
            </a:extLst>
          </p:cNvPr>
          <p:cNvSpPr txBox="1"/>
          <p:nvPr/>
        </p:nvSpPr>
        <p:spPr>
          <a:xfrm>
            <a:off x="4768545" y="5437352"/>
            <a:ext cx="265490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i="1">
                <a:solidFill>
                  <a:srgbClr val="FF0000"/>
                </a:solidFill>
              </a:rPr>
              <a:t>Both be server first</a:t>
            </a:r>
          </a:p>
        </p:txBody>
      </p:sp>
      <p:pic>
        <p:nvPicPr>
          <p:cNvPr id="26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183BA67D-46AA-D64F-B7E7-C46CF62F54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855214" y="2208891"/>
            <a:ext cx="1831944" cy="2150389"/>
          </a:xfrm>
          <a:prstGeom prst="rect">
            <a:avLst/>
          </a:prstGeom>
          <a:noFill/>
        </p:spPr>
      </p:pic>
      <p:pic>
        <p:nvPicPr>
          <p:cNvPr id="27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6E646BEE-865C-FA47-969C-AAA0892080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50839" y="2208890"/>
            <a:ext cx="1831944" cy="2150389"/>
          </a:xfrm>
          <a:prstGeom prst="rect">
            <a:avLst/>
          </a:prstGeom>
          <a:noFill/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34CC5739-DAD9-5B43-AC36-9216F79A97D8}"/>
              </a:ext>
            </a:extLst>
          </p:cNvPr>
          <p:cNvSpPr txBox="1"/>
          <p:nvPr/>
        </p:nvSpPr>
        <p:spPr>
          <a:xfrm>
            <a:off x="2130863" y="4556067"/>
            <a:ext cx="12806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Server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0092EBB-8B6B-174C-AB08-DFBA6874EE04}"/>
              </a:ext>
            </a:extLst>
          </p:cNvPr>
          <p:cNvSpPr txBox="1"/>
          <p:nvPr/>
        </p:nvSpPr>
        <p:spPr>
          <a:xfrm>
            <a:off x="8926489" y="4556067"/>
            <a:ext cx="1280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Server</a:t>
            </a:r>
          </a:p>
        </p:txBody>
      </p:sp>
    </p:spTree>
    <p:extLst>
      <p:ext uri="{BB962C8B-B14F-4D97-AF65-F5344CB8AC3E}">
        <p14:creationId xmlns:p14="http://schemas.microsoft.com/office/powerpoint/2010/main" val="3188653736"/>
      </p:ext>
    </p:extLst>
  </p:cSld>
  <p:clrMapOvr>
    <a:masterClrMapping/>
  </p:clrMapOvr>
  <p:transition spd="slow">
    <p:push dir="u"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Bluetooth – Build Connection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44</a:t>
            </a:fld>
            <a:endParaRPr lang="en-AU" noProof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4E278F-5F7E-8144-86DD-07D4FFD90C1C}"/>
              </a:ext>
            </a:extLst>
          </p:cNvPr>
          <p:cNvSpPr txBox="1"/>
          <p:nvPr/>
        </p:nvSpPr>
        <p:spPr>
          <a:xfrm>
            <a:off x="4675025" y="5437352"/>
            <a:ext cx="32377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i="1">
                <a:solidFill>
                  <a:srgbClr val="FF0000"/>
                </a:solidFill>
              </a:rPr>
              <a:t>Either requests as client</a:t>
            </a:r>
          </a:p>
        </p:txBody>
      </p:sp>
      <p:pic>
        <p:nvPicPr>
          <p:cNvPr id="29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1CEA5EB6-9AEC-FF43-A6CF-C36DB2C36C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855214" y="2208891"/>
            <a:ext cx="1831944" cy="2150389"/>
          </a:xfrm>
          <a:prstGeom prst="rect">
            <a:avLst/>
          </a:prstGeom>
          <a:noFill/>
        </p:spPr>
      </p:pic>
      <p:pic>
        <p:nvPicPr>
          <p:cNvPr id="30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B1257F3E-9B21-6B48-B202-1CB62AA071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50839" y="2208890"/>
            <a:ext cx="1831944" cy="2150389"/>
          </a:xfrm>
          <a:prstGeom prst="rect">
            <a:avLst/>
          </a:prstGeom>
          <a:noFill/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FCCC2680-751B-0844-BB6D-B35395296DA9}"/>
              </a:ext>
            </a:extLst>
          </p:cNvPr>
          <p:cNvSpPr txBox="1"/>
          <p:nvPr/>
        </p:nvSpPr>
        <p:spPr>
          <a:xfrm>
            <a:off x="2130863" y="4556067"/>
            <a:ext cx="12806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Server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196D6B0-B8B3-1749-BF06-1B9F860A216F}"/>
              </a:ext>
            </a:extLst>
          </p:cNvPr>
          <p:cNvSpPr txBox="1"/>
          <p:nvPr/>
        </p:nvSpPr>
        <p:spPr>
          <a:xfrm>
            <a:off x="8421381" y="4561399"/>
            <a:ext cx="22908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Server / Client</a:t>
            </a:r>
          </a:p>
        </p:txBody>
      </p:sp>
      <p:sp>
        <p:nvSpPr>
          <p:cNvPr id="33" name="Left Arrow 32">
            <a:extLst>
              <a:ext uri="{FF2B5EF4-FFF2-40B4-BE49-F238E27FC236}">
                <a16:creationId xmlns:a16="http://schemas.microsoft.com/office/drawing/2014/main" id="{80B8A768-D5B3-A94F-A9AE-47CBFCDFC856}"/>
              </a:ext>
            </a:extLst>
          </p:cNvPr>
          <p:cNvSpPr/>
          <p:nvPr/>
        </p:nvSpPr>
        <p:spPr>
          <a:xfrm>
            <a:off x="5236095" y="3025515"/>
            <a:ext cx="1865807" cy="764440"/>
          </a:xfrm>
          <a:prstGeom prst="lef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5742483-4358-4444-98C7-DC32EAB4462C}"/>
              </a:ext>
            </a:extLst>
          </p:cNvPr>
          <p:cNvSpPr txBox="1"/>
          <p:nvPr/>
        </p:nvSpPr>
        <p:spPr>
          <a:xfrm>
            <a:off x="5528676" y="4556067"/>
            <a:ext cx="1280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Request</a:t>
            </a:r>
          </a:p>
        </p:txBody>
      </p:sp>
    </p:spTree>
    <p:extLst>
      <p:ext uri="{BB962C8B-B14F-4D97-AF65-F5344CB8AC3E}">
        <p14:creationId xmlns:p14="http://schemas.microsoft.com/office/powerpoint/2010/main" val="3253813224"/>
      </p:ext>
    </p:extLst>
  </p:cSld>
  <p:clrMapOvr>
    <a:masterClrMapping/>
  </p:clrMapOvr>
  <p:transition spd="slow">
    <p:push dir="u"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Bluetooth – Build Connection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45</a:t>
            </a:fld>
            <a:endParaRPr lang="en-AU" noProof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4E278F-5F7E-8144-86DD-07D4FFD90C1C}"/>
              </a:ext>
            </a:extLst>
          </p:cNvPr>
          <p:cNvSpPr txBox="1"/>
          <p:nvPr/>
        </p:nvSpPr>
        <p:spPr>
          <a:xfrm>
            <a:off x="4237538" y="5416088"/>
            <a:ext cx="38629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i="1">
                <a:solidFill>
                  <a:srgbClr val="FF0000"/>
                </a:solidFill>
              </a:rPr>
              <a:t>Then, you have a connection</a:t>
            </a:r>
          </a:p>
        </p:txBody>
      </p:sp>
      <p:pic>
        <p:nvPicPr>
          <p:cNvPr id="29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1CEA5EB6-9AEC-FF43-A6CF-C36DB2C36C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855214" y="2208891"/>
            <a:ext cx="1831944" cy="2150389"/>
          </a:xfrm>
          <a:prstGeom prst="rect">
            <a:avLst/>
          </a:prstGeom>
          <a:noFill/>
        </p:spPr>
      </p:pic>
      <p:pic>
        <p:nvPicPr>
          <p:cNvPr id="30" name="Picture 8" descr="http://upload.wikimedia.org/wikipedia/commons/thumb/d/d7/Android_robot.svg/512px-Android_robot.svg.png">
            <a:extLst>
              <a:ext uri="{FF2B5EF4-FFF2-40B4-BE49-F238E27FC236}">
                <a16:creationId xmlns:a16="http://schemas.microsoft.com/office/drawing/2014/main" id="{B1257F3E-9B21-6B48-B202-1CB62AA071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50839" y="2208890"/>
            <a:ext cx="1831944" cy="2150389"/>
          </a:xfrm>
          <a:prstGeom prst="rect">
            <a:avLst/>
          </a:prstGeom>
          <a:noFill/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FCCC2680-751B-0844-BB6D-B35395296DA9}"/>
              </a:ext>
            </a:extLst>
          </p:cNvPr>
          <p:cNvSpPr txBox="1"/>
          <p:nvPr/>
        </p:nvSpPr>
        <p:spPr>
          <a:xfrm>
            <a:off x="2130863" y="4556067"/>
            <a:ext cx="12806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Server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196D6B0-B8B3-1749-BF06-1B9F860A216F}"/>
              </a:ext>
            </a:extLst>
          </p:cNvPr>
          <p:cNvSpPr txBox="1"/>
          <p:nvPr/>
        </p:nvSpPr>
        <p:spPr>
          <a:xfrm>
            <a:off x="8421381" y="4561399"/>
            <a:ext cx="22908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Client</a:t>
            </a:r>
          </a:p>
        </p:txBody>
      </p:sp>
      <p:sp>
        <p:nvSpPr>
          <p:cNvPr id="33" name="Left Arrow 32">
            <a:extLst>
              <a:ext uri="{FF2B5EF4-FFF2-40B4-BE49-F238E27FC236}">
                <a16:creationId xmlns:a16="http://schemas.microsoft.com/office/drawing/2014/main" id="{80B8A768-D5B3-A94F-A9AE-47CBFCDFC856}"/>
              </a:ext>
            </a:extLst>
          </p:cNvPr>
          <p:cNvSpPr/>
          <p:nvPr/>
        </p:nvSpPr>
        <p:spPr>
          <a:xfrm>
            <a:off x="5236095" y="3025515"/>
            <a:ext cx="1865807" cy="764440"/>
          </a:xfrm>
          <a:prstGeom prst="lef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5742483-4358-4444-98C7-DC32EAB4462C}"/>
              </a:ext>
            </a:extLst>
          </p:cNvPr>
          <p:cNvSpPr txBox="1"/>
          <p:nvPr/>
        </p:nvSpPr>
        <p:spPr>
          <a:xfrm>
            <a:off x="5528676" y="4556067"/>
            <a:ext cx="1280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/>
              <a:t>Request</a:t>
            </a:r>
          </a:p>
        </p:txBody>
      </p:sp>
    </p:spTree>
    <p:extLst>
      <p:ext uri="{BB962C8B-B14F-4D97-AF65-F5344CB8AC3E}">
        <p14:creationId xmlns:p14="http://schemas.microsoft.com/office/powerpoint/2010/main" val="4069046688"/>
      </p:ext>
    </p:extLst>
  </p:cSld>
  <p:clrMapOvr>
    <a:masterClrMapping/>
  </p:clrMapOvr>
  <p:transition spd="slow">
    <p:push dir="u"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Android Bluetooth APIs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46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330A5DD-5BFE-493C-8240-6E46C0E9233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201151"/>
            <a:ext cx="5211561" cy="1052625"/>
          </a:xfrm>
        </p:spPr>
        <p:txBody>
          <a:bodyPr/>
          <a:lstStyle/>
          <a:p>
            <a:r>
              <a:rPr lang="en-AU"/>
              <a:t>The application framework provides access to the Bluetooth functionality through the </a:t>
            </a:r>
            <a:r>
              <a:rPr lang="en-AU" b="1" i="1"/>
              <a:t>Android Bluetooth APIs</a:t>
            </a:r>
            <a:r>
              <a:rPr lang="en-AU"/>
              <a:t>. </a:t>
            </a:r>
          </a:p>
          <a:p>
            <a:endParaRPr lang="en-AU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E2165118-EF3B-C647-B5C1-A3E8473885E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836909" y="2627559"/>
            <a:ext cx="4160394" cy="2199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4858917"/>
      </p:ext>
    </p:extLst>
  </p:cSld>
  <p:clrMapOvr>
    <a:masterClrMapping/>
  </p:clrMapOvr>
  <p:transition spd="slow">
    <p:push dir="u"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Android Bluetooth APIs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47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330A5DD-5BFE-493C-8240-6E46C0E9233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854773"/>
            <a:ext cx="5400000" cy="3915508"/>
          </a:xfrm>
        </p:spPr>
        <p:txBody>
          <a:bodyPr/>
          <a:lstStyle/>
          <a:p>
            <a:r>
              <a:rPr lang="en-AU"/>
              <a:t>Using the Bluetooth APIs, an </a:t>
            </a:r>
            <a:r>
              <a:rPr lang="en-AU" b="1" i="1"/>
              <a:t>Android application </a:t>
            </a:r>
            <a:r>
              <a:rPr lang="en-AU"/>
              <a:t>can </a:t>
            </a:r>
            <a:r>
              <a:rPr lang="en-AU" b="1" i="1"/>
              <a:t>perform</a:t>
            </a:r>
            <a:r>
              <a:rPr lang="en-AU"/>
              <a:t>:</a:t>
            </a:r>
          </a:p>
          <a:p>
            <a:endParaRPr lang="en-AU" b="1" i="1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1800" b="1" i="1"/>
              <a:t>Scan</a:t>
            </a:r>
            <a:r>
              <a:rPr lang="en-AU" sz="1800"/>
              <a:t> for other Bluetooth devices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1800" b="1" i="1"/>
              <a:t>Query</a:t>
            </a:r>
            <a:r>
              <a:rPr lang="en-AU" sz="1800"/>
              <a:t> the local Bluetooth adapter for paired Bluetooth devices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1800" b="1" i="1"/>
              <a:t>Establish</a:t>
            </a:r>
            <a:r>
              <a:rPr lang="en-AU" sz="1800"/>
              <a:t> RFCOMM channels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1800" b="1" i="1"/>
              <a:t>Connect</a:t>
            </a:r>
            <a:r>
              <a:rPr lang="en-AU" sz="1800"/>
              <a:t> to other devices through service discovery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1800" b="1" i="1"/>
              <a:t>Transfer</a:t>
            </a:r>
            <a:r>
              <a:rPr lang="en-AU" sz="1800"/>
              <a:t> data to and from other devices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sz="1800" b="1" i="1"/>
              <a:t>Manage</a:t>
            </a:r>
            <a:r>
              <a:rPr lang="en-AU" sz="1800"/>
              <a:t> multiple connections</a:t>
            </a:r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49A839D4-32B7-A94A-8D39-2EE8A31E48A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827124" y="2597623"/>
            <a:ext cx="4088070" cy="24528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3785185"/>
      </p:ext>
    </p:extLst>
  </p:cSld>
  <p:clrMapOvr>
    <a:masterClrMapping/>
  </p:clrMapOvr>
  <p:transition spd="slow">
    <p:push dir="u"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Build Connection Demonstration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48</a:t>
            </a:fld>
            <a:endParaRPr lang="en-AU" noProof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DBE1609-01B2-3F45-B43B-E5C623E886C1}"/>
              </a:ext>
            </a:extLst>
          </p:cNvPr>
          <p:cNvSpPr txBox="1"/>
          <p:nvPr/>
        </p:nvSpPr>
        <p:spPr>
          <a:xfrm>
            <a:off x="532262" y="3390448"/>
            <a:ext cx="1112747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/>
              <a:t>&lt;uses-permission </a:t>
            </a:r>
            <a:r>
              <a:rPr lang="en-US" sz="2400" i="1" err="1"/>
              <a:t>android:name</a:t>
            </a:r>
            <a:r>
              <a:rPr lang="en-US" sz="2400" i="1"/>
              <a:t>="</a:t>
            </a:r>
            <a:r>
              <a:rPr lang="en-US" sz="2400" i="1" err="1"/>
              <a:t>android.permission.BLUETOOTH</a:t>
            </a:r>
            <a:r>
              <a:rPr lang="en-US" sz="2400" i="1"/>
              <a:t>" /&gt;  </a:t>
            </a:r>
          </a:p>
          <a:p>
            <a:r>
              <a:rPr lang="en-US" sz="2400" i="1"/>
              <a:t>&lt;uses-permission </a:t>
            </a:r>
            <a:r>
              <a:rPr lang="en-US" sz="2400" i="1" err="1"/>
              <a:t>android:name</a:t>
            </a:r>
            <a:r>
              <a:rPr lang="en-US" sz="2400" i="1"/>
              <a:t>="</a:t>
            </a:r>
            <a:r>
              <a:rPr lang="en-US" sz="2400" i="1" err="1"/>
              <a:t>android.permission.BLUETOOTH_ADMIN</a:t>
            </a:r>
            <a:r>
              <a:rPr lang="en-US" sz="2400" i="1"/>
              <a:t>" /&gt;  </a:t>
            </a:r>
          </a:p>
          <a:p>
            <a:r>
              <a:rPr lang="en-US" sz="2400" i="1"/>
              <a:t>&lt;uses-permission </a:t>
            </a:r>
            <a:r>
              <a:rPr lang="en-US" sz="2400" i="1" err="1"/>
              <a:t>android:name</a:t>
            </a:r>
            <a:r>
              <a:rPr lang="en-US" sz="2400" i="1"/>
              <a:t>="</a:t>
            </a:r>
            <a:r>
              <a:rPr lang="en-US" sz="2400" i="1" err="1"/>
              <a:t>android.permission.ACCESS_COARSE_LOCATION</a:t>
            </a:r>
            <a:r>
              <a:rPr lang="en-US" sz="2400" i="1"/>
              <a:t>" /&gt;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F267BF2-7255-AD4C-963D-6B6AF25DC40F}"/>
              </a:ext>
            </a:extLst>
          </p:cNvPr>
          <p:cNvSpPr txBox="1"/>
          <p:nvPr/>
        </p:nvSpPr>
        <p:spPr>
          <a:xfrm>
            <a:off x="532262" y="2864150"/>
            <a:ext cx="308456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/>
              <a:t>Step 1: Get Permissions</a:t>
            </a:r>
          </a:p>
        </p:txBody>
      </p:sp>
    </p:spTree>
    <p:extLst>
      <p:ext uri="{BB962C8B-B14F-4D97-AF65-F5344CB8AC3E}">
        <p14:creationId xmlns:p14="http://schemas.microsoft.com/office/powerpoint/2010/main" val="2842290374"/>
      </p:ext>
    </p:extLst>
  </p:cSld>
  <p:clrMapOvr>
    <a:masterClrMapping/>
  </p:clrMapOvr>
  <p:transition spd="slow">
    <p:push dir="u"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Build Connection Demonstration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49</a:t>
            </a:fld>
            <a:endParaRPr lang="en-AU" noProof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DBE1609-01B2-3F45-B43B-E5C623E886C1}"/>
              </a:ext>
            </a:extLst>
          </p:cNvPr>
          <p:cNvSpPr txBox="1"/>
          <p:nvPr/>
        </p:nvSpPr>
        <p:spPr>
          <a:xfrm>
            <a:off x="6576765" y="3065744"/>
            <a:ext cx="494049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/>
              <a:t>Step 2: Get </a:t>
            </a:r>
            <a:r>
              <a:rPr lang="en-US" sz="2400" b="1" i="1" err="1"/>
              <a:t>BluetoothAdapter</a:t>
            </a:r>
            <a:endParaRPr lang="en-US" sz="2400" b="1" i="1"/>
          </a:p>
          <a:p>
            <a:endParaRPr lang="en-US" sz="2000" i="1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i="1"/>
              <a:t>Checks the </a:t>
            </a:r>
            <a:r>
              <a:rPr lang="en-US" sz="2000" b="1" i="1"/>
              <a:t>hardware availability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i="1"/>
              <a:t>Helps users </a:t>
            </a:r>
            <a:r>
              <a:rPr lang="en-US" sz="2000" b="1" i="1"/>
              <a:t>switch it on </a:t>
            </a:r>
            <a:r>
              <a:rPr lang="en-US" sz="2000" i="1"/>
              <a:t>if it is off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680FCD9-0694-EB47-B38A-B5590C13A1D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7558" y="2926391"/>
            <a:ext cx="4521200" cy="1663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710708"/>
      </p:ext>
    </p:extLst>
  </p:cSld>
  <p:clrMapOvr>
    <a:masterClrMapping/>
  </p:clrMapOvr>
  <p:transition spd="slow">
    <p:push dir="u"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Build Connection Demonstration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50</a:t>
            </a:fld>
            <a:endParaRPr lang="en-AU" noProof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DBE1609-01B2-3F45-B43B-E5C623E886C1}"/>
              </a:ext>
            </a:extLst>
          </p:cNvPr>
          <p:cNvSpPr txBox="1"/>
          <p:nvPr/>
        </p:nvSpPr>
        <p:spPr>
          <a:xfrm>
            <a:off x="6576765" y="2727189"/>
            <a:ext cx="4940490" cy="2000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/>
              <a:t>Step 3: Pair other Devices</a:t>
            </a:r>
            <a:endParaRPr lang="en-US" sz="2400" b="1" i="1"/>
          </a:p>
          <a:p>
            <a:endParaRPr lang="en-US" sz="2000" i="1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i="1"/>
              <a:t>Find</a:t>
            </a:r>
            <a:r>
              <a:rPr lang="en-US" sz="2000" i="1"/>
              <a:t> the other nearby device (must be discoverable)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i="1"/>
              <a:t>Build</a:t>
            </a:r>
            <a:r>
              <a:rPr lang="en-US" sz="2000" i="1"/>
              <a:t> connection using MAC address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i="1"/>
              <a:t>Send/Receive </a:t>
            </a:r>
            <a:r>
              <a:rPr lang="en-US" sz="2000" i="1"/>
              <a:t>data</a:t>
            </a:r>
          </a:p>
        </p:txBody>
      </p:sp>
      <p:pic>
        <p:nvPicPr>
          <p:cNvPr id="7" name="Picture 2" descr="https://developer.android.com/images/bt_pairing_request.png?hl=zh-cn">
            <a:extLst>
              <a:ext uri="{FF2B5EF4-FFF2-40B4-BE49-F238E27FC236}">
                <a16:creationId xmlns:a16="http://schemas.microsoft.com/office/drawing/2014/main" id="{989204F4-DFF1-6E4B-A036-BF34026246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2631520"/>
            <a:ext cx="3387301" cy="21001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2917334"/>
      </p:ext>
    </p:extLst>
  </p:cSld>
  <p:clrMapOvr>
    <a:masterClrMapping/>
  </p:clrMapOvr>
  <p:transition spd="slow">
    <p:push dir="u"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51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Connectivity</a:t>
            </a:r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Socket</a:t>
            </a:r>
          </a:p>
        </p:txBody>
      </p:sp>
    </p:spTree>
    <p:extLst>
      <p:ext uri="{BB962C8B-B14F-4D97-AF65-F5344CB8AC3E}">
        <p14:creationId xmlns:p14="http://schemas.microsoft.com/office/powerpoint/2010/main" val="1790590190"/>
      </p:ext>
    </p:extLst>
  </p:cSld>
  <p:clrMapOvr>
    <a:masterClrMapping/>
  </p:clrMapOvr>
  <p:transition spd="slow">
    <p:push dir="u"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Socket – TCP/UDP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52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6F5B954-F0D0-4C2E-8987-249CA47B3E7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79171"/>
            <a:ext cx="5400000" cy="1896585"/>
          </a:xfrm>
        </p:spPr>
        <p:txBody>
          <a:bodyPr/>
          <a:lstStyle/>
          <a:p>
            <a:r>
              <a:rPr lang="en-AU"/>
              <a:t>A network socket is </a:t>
            </a:r>
            <a:r>
              <a:rPr lang="en-AU" b="1" i="1"/>
              <a:t>an internal endpoint </a:t>
            </a:r>
            <a:r>
              <a:rPr lang="en-AU"/>
              <a:t>for </a:t>
            </a:r>
            <a:r>
              <a:rPr lang="en-AU" b="1" i="1"/>
              <a:t>sending or receiving </a:t>
            </a:r>
            <a:r>
              <a:rPr lang="en-AU"/>
              <a:t>data within a node on a computer network.</a:t>
            </a:r>
          </a:p>
          <a:p>
            <a:endParaRPr lang="en-AU"/>
          </a:p>
          <a:p>
            <a:r>
              <a:rPr lang="en-AU">
                <a:hlinkClick r:id="rId2"/>
              </a:rPr>
              <a:t>https://en.wikipedia.org/wiki/Network_socket</a:t>
            </a:r>
            <a:endParaRPr lang="en-AU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A812F8D2-DC14-445C-AB1F-B855D57C004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310001" y="1531938"/>
            <a:ext cx="3412498" cy="4376737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2A5F7C3-AF1B-4EF2-B51C-1B91E04E0E84}"/>
              </a:ext>
            </a:extLst>
          </p:cNvPr>
          <p:cNvSpPr/>
          <p:nvPr/>
        </p:nvSpPr>
        <p:spPr>
          <a:xfrm>
            <a:off x="1310001" y="1997477"/>
            <a:ext cx="3412498" cy="62143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783985761"/>
      </p:ext>
    </p:extLst>
  </p:cSld>
  <p:clrMapOvr>
    <a:masterClrMapping/>
  </p:clrMapOvr>
  <p:transition spd="slow">
    <p:push dir="u"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Socket – Stream Socket 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53</a:t>
            </a:fld>
            <a:endParaRPr lang="en-AU" noProof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A812F8D2-DC14-445C-AB1F-B855D57C004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310001" y="1531938"/>
            <a:ext cx="3412498" cy="4376737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2A5F7C3-AF1B-4EF2-B51C-1B91E04E0E84}"/>
              </a:ext>
            </a:extLst>
          </p:cNvPr>
          <p:cNvSpPr/>
          <p:nvPr/>
        </p:nvSpPr>
        <p:spPr>
          <a:xfrm>
            <a:off x="1310001" y="2379214"/>
            <a:ext cx="545432" cy="275209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1" name="Content Placeholder 9">
            <a:extLst>
              <a:ext uri="{FF2B5EF4-FFF2-40B4-BE49-F238E27FC236}">
                <a16:creationId xmlns:a16="http://schemas.microsoft.com/office/drawing/2014/main" id="{D8426A01-23B1-4F2A-AB6D-791D8320E91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090" y="2092217"/>
            <a:ext cx="5400675" cy="3256178"/>
          </a:xfrm>
        </p:spPr>
        <p:txBody>
          <a:bodyPr/>
          <a:lstStyle/>
          <a:p>
            <a:r>
              <a:rPr lang="en-AU" b="1" i="1"/>
              <a:t>Stream sockets</a:t>
            </a:r>
            <a:r>
              <a:rPr lang="en-AU"/>
              <a:t>, also known as </a:t>
            </a:r>
            <a:r>
              <a:rPr lang="en-AU" b="1" i="1"/>
              <a:t>connection-oriented sockets</a:t>
            </a:r>
            <a:r>
              <a:rPr lang="en-AU"/>
              <a:t>, which use Transmission Control Protocol (</a:t>
            </a:r>
            <a:r>
              <a:rPr lang="en-AU" b="1" i="1"/>
              <a:t>TCP</a:t>
            </a:r>
            <a:r>
              <a:rPr lang="en-AU"/>
              <a:t>), Stream Control Transmission Protocol (</a:t>
            </a:r>
            <a:r>
              <a:rPr lang="en-AU" b="1" i="1"/>
              <a:t>SCTP</a:t>
            </a:r>
            <a:r>
              <a:rPr lang="en-AU"/>
              <a:t>) ....</a:t>
            </a:r>
          </a:p>
          <a:p>
            <a:endParaRPr lang="en-AU"/>
          </a:p>
          <a:p>
            <a:r>
              <a:rPr lang="en-US" altLang="zh-CN">
                <a:hlinkClick r:id="rId3"/>
              </a:rPr>
              <a:t>https://developer.android.com/reference/java/net/Socket</a:t>
            </a:r>
            <a:endParaRPr lang="en-US" altLang="zh-CN"/>
          </a:p>
          <a:p>
            <a:r>
              <a:rPr lang="en-US" altLang="zh-CN">
                <a:hlinkClick r:id="rId4"/>
              </a:rPr>
              <a:t>https://en.wikipedia.org/wiki/Transmission_Control_Protocol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010853059"/>
      </p:ext>
    </p:extLst>
  </p:cSld>
  <p:clrMapOvr>
    <a:masterClrMapping/>
  </p:clrMapOvr>
  <p:transition spd="slow">
    <p:push dir="u"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Socket – D</a:t>
            </a:r>
            <a:r>
              <a:rPr lang="en-US" altLang="zh-CN"/>
              <a:t>atagram Socket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54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6F5B954-F0D0-4C2E-8987-249CA47B3E7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236245"/>
            <a:ext cx="5400000" cy="2982437"/>
          </a:xfrm>
        </p:spPr>
        <p:txBody>
          <a:bodyPr/>
          <a:lstStyle/>
          <a:p>
            <a:r>
              <a:rPr lang="en-AU" b="1" i="1"/>
              <a:t>Datagram sockets</a:t>
            </a:r>
            <a:r>
              <a:rPr lang="en-AU"/>
              <a:t>, also known as connectionless sockets, which use </a:t>
            </a:r>
            <a:r>
              <a:rPr lang="en-AU" b="1" i="1"/>
              <a:t>User Datagram Protocol (UDP)</a:t>
            </a:r>
            <a:r>
              <a:rPr lang="en-AU"/>
              <a:t>.</a:t>
            </a:r>
          </a:p>
          <a:p>
            <a:endParaRPr lang="en-AU"/>
          </a:p>
          <a:p>
            <a:r>
              <a:rPr lang="en-AU">
                <a:hlinkClick r:id="rId2"/>
              </a:rPr>
              <a:t>https://developer.android.com/reference/java/net/DatagramSocket</a:t>
            </a:r>
            <a:endParaRPr lang="en-AU"/>
          </a:p>
          <a:p>
            <a:r>
              <a:rPr lang="en-AU">
                <a:hlinkClick r:id="rId3"/>
              </a:rPr>
              <a:t>https://en.wikipedia.org/wiki/User_Datagram_Protocol</a:t>
            </a:r>
            <a:endParaRPr lang="en-AU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A812F8D2-DC14-445C-AB1F-B855D57C004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1310001" y="1531938"/>
            <a:ext cx="3412498" cy="4376737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2A5F7C3-AF1B-4EF2-B51C-1B91E04E0E84}"/>
              </a:ext>
            </a:extLst>
          </p:cNvPr>
          <p:cNvSpPr/>
          <p:nvPr/>
        </p:nvSpPr>
        <p:spPr>
          <a:xfrm>
            <a:off x="2299317" y="2361459"/>
            <a:ext cx="710213" cy="301842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791566511"/>
      </p:ext>
    </p:extLst>
  </p:cSld>
  <p:clrMapOvr>
    <a:masterClrMapping/>
  </p:clrMapOvr>
  <p:transition spd="slow">
    <p:push dir="u"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55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Connectivity</a:t>
            </a:r>
          </a:p>
          <a:p>
            <a:endParaRPr lang="en-AU"/>
          </a:p>
          <a:p>
            <a:pPr marL="342900" indent="-342900">
              <a:buFontTx/>
              <a:buChar char="-"/>
            </a:pPr>
            <a:r>
              <a:rPr lang="en-AU" sz="2400" b="0" i="1"/>
              <a:t>HTTP/HTTPS</a:t>
            </a:r>
          </a:p>
        </p:txBody>
      </p:sp>
    </p:spTree>
    <p:extLst>
      <p:ext uri="{BB962C8B-B14F-4D97-AF65-F5344CB8AC3E}">
        <p14:creationId xmlns:p14="http://schemas.microsoft.com/office/powerpoint/2010/main" val="717007096"/>
      </p:ext>
    </p:extLst>
  </p:cSld>
  <p:clrMapOvr>
    <a:masterClrMapping/>
  </p:clrMapOvr>
  <p:transition spd="slow">
    <p:push dir="u"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Hypertext Transfer Protocol (HTTP)</a:t>
            </a:r>
          </a:p>
        </p:txBody>
      </p:sp>
      <p:pic>
        <p:nvPicPr>
          <p:cNvPr id="2052" name="Picture 4" descr="Image result for HTTP">
            <a:extLst>
              <a:ext uri="{FF2B5EF4-FFF2-40B4-BE49-F238E27FC236}">
                <a16:creationId xmlns:a16="http://schemas.microsoft.com/office/drawing/2014/main" id="{81F8F442-F866-45B0-BA38-4C62FD0751F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795308" y="2142667"/>
            <a:ext cx="4655582" cy="26825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56</a:t>
            </a:fld>
            <a:endParaRPr lang="en-AU" noProof="0"/>
          </a:p>
        </p:txBody>
      </p:sp>
      <p:sp>
        <p:nvSpPr>
          <p:cNvPr id="9" name="TextBox 3">
            <a:extLst>
              <a:ext uri="{FF2B5EF4-FFF2-40B4-BE49-F238E27FC236}">
                <a16:creationId xmlns:a16="http://schemas.microsoft.com/office/drawing/2014/main" id="{E5B43C21-C499-483A-97AE-379E28BE5670}"/>
              </a:ext>
            </a:extLst>
          </p:cNvPr>
          <p:cNvSpPr txBox="1">
            <a:spLocks noGrp="1"/>
          </p:cNvSpPr>
          <p:nvPr>
            <p:ph idx="13"/>
          </p:nvPr>
        </p:nvSpPr>
        <p:spPr>
          <a:xfrm>
            <a:off x="6561150" y="2629727"/>
            <a:ext cx="5163615" cy="21954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/>
              <a:t>The </a:t>
            </a:r>
            <a:r>
              <a:rPr lang="en-US" sz="2000" b="1" i="1"/>
              <a:t>Hypertext Transfer Protocol (HTTP)</a:t>
            </a:r>
            <a:r>
              <a:rPr lang="en-US" sz="2000"/>
              <a:t> is an application protocol for distributed, collaborative, hypermedia information systems.</a:t>
            </a:r>
          </a:p>
          <a:p>
            <a:endParaRPr lang="en-US" sz="2000" i="1"/>
          </a:p>
          <a:p>
            <a:r>
              <a:rPr lang="en-US" altLang="zh-CN">
                <a:hlinkClick r:id="rId3"/>
              </a:rPr>
              <a:t>https://en.wikipedia.org/wiki/Hypertext_Transfer_Protocol</a:t>
            </a:r>
            <a:endParaRPr lang="en-US" i="1"/>
          </a:p>
        </p:txBody>
      </p:sp>
    </p:spTree>
    <p:extLst>
      <p:ext uri="{BB962C8B-B14F-4D97-AF65-F5344CB8AC3E}">
        <p14:creationId xmlns:p14="http://schemas.microsoft.com/office/powerpoint/2010/main" val="3518695902"/>
      </p:ext>
    </p:extLst>
  </p:cSld>
  <p:clrMapOvr>
    <a:masterClrMapping/>
  </p:clrMapOvr>
  <p:transition spd="slow">
    <p:push dir="u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Hypertext Transfer Protocol Secure (HTTPS)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57</a:t>
            </a:fld>
            <a:endParaRPr lang="en-AU" noProof="0"/>
          </a:p>
        </p:txBody>
      </p:sp>
      <p:sp>
        <p:nvSpPr>
          <p:cNvPr id="9" name="TextBox 3">
            <a:extLst>
              <a:ext uri="{FF2B5EF4-FFF2-40B4-BE49-F238E27FC236}">
                <a16:creationId xmlns:a16="http://schemas.microsoft.com/office/drawing/2014/main" id="{E5B43C21-C499-483A-97AE-379E28BE5670}"/>
              </a:ext>
            </a:extLst>
          </p:cNvPr>
          <p:cNvSpPr txBox="1">
            <a:spLocks noGrp="1"/>
          </p:cNvSpPr>
          <p:nvPr>
            <p:ph idx="13"/>
          </p:nvPr>
        </p:nvSpPr>
        <p:spPr>
          <a:xfrm>
            <a:off x="6561150" y="2475839"/>
            <a:ext cx="5163615" cy="2503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i="1"/>
              <a:t>Hypertext Transfer Protocol Secure (HTTPS) </a:t>
            </a:r>
            <a:r>
              <a:rPr lang="en-US"/>
              <a:t>is an extension of the Hypertext Transfer Protocol (HTTP). It is used for </a:t>
            </a:r>
            <a:r>
              <a:rPr lang="en-US" b="1" i="1"/>
              <a:t>secure communication </a:t>
            </a:r>
            <a:r>
              <a:rPr lang="en-US"/>
              <a:t>over a computer network and is widely used on the Internet.</a:t>
            </a:r>
          </a:p>
          <a:p>
            <a:endParaRPr lang="en-US"/>
          </a:p>
          <a:p>
            <a:r>
              <a:rPr lang="en-US"/>
              <a:t> </a:t>
            </a:r>
            <a:r>
              <a:rPr lang="en-US" altLang="zh-CN">
                <a:hlinkClick r:id="rId2"/>
              </a:rPr>
              <a:t>https://en.wikipedia.org/wiki/HTTPS</a:t>
            </a:r>
            <a:endParaRPr lang="en-US" i="1"/>
          </a:p>
        </p:txBody>
      </p:sp>
      <p:pic>
        <p:nvPicPr>
          <p:cNvPr id="3074" name="Picture 2" descr="Image result for http https layer">
            <a:extLst>
              <a:ext uri="{FF2B5EF4-FFF2-40B4-BE49-F238E27FC236}">
                <a16:creationId xmlns:a16="http://schemas.microsoft.com/office/drawing/2014/main" id="{016E4D8B-27A6-49B3-A5D9-F76E26F7DBC5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606" y="2544427"/>
            <a:ext cx="4992245" cy="17691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8">
            <a:extLst>
              <a:ext uri="{FF2B5EF4-FFF2-40B4-BE49-F238E27FC236}">
                <a16:creationId xmlns:a16="http://schemas.microsoft.com/office/drawing/2014/main" id="{CF7CAD27-48A6-40C1-8764-0F2491F8A59D}"/>
              </a:ext>
            </a:extLst>
          </p:cNvPr>
          <p:cNvSpPr/>
          <p:nvPr/>
        </p:nvSpPr>
        <p:spPr>
          <a:xfrm>
            <a:off x="3236455" y="2902998"/>
            <a:ext cx="2054636" cy="31959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982935085"/>
      </p:ext>
    </p:extLst>
  </p:cSld>
  <p:clrMapOvr>
    <a:masterClrMapping/>
  </p:clrMapOvr>
  <p:transition spd="slow">
    <p:push dir="u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Representational state transfer (REST)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58</a:t>
            </a:fld>
            <a:endParaRPr lang="en-AU" noProof="0"/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CC4C0D5B-11E4-4358-895C-A244A3506540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755577"/>
            <a:ext cx="5400000" cy="2283414"/>
          </a:xfrm>
        </p:spPr>
        <p:txBody>
          <a:bodyPr/>
          <a:lstStyle/>
          <a:p>
            <a:r>
              <a:rPr lang="en-US" altLang="zh-CN" b="1" i="1"/>
              <a:t>Representational State Transfer (REST) </a:t>
            </a:r>
            <a:r>
              <a:rPr lang="en-US" altLang="zh-CN"/>
              <a:t>is a software architectural style that defines a set of </a:t>
            </a:r>
            <a:r>
              <a:rPr lang="en-US" altLang="zh-CN" b="1" i="1"/>
              <a:t>constraints to be used for creating Web services</a:t>
            </a:r>
            <a:r>
              <a:rPr lang="en-US" altLang="zh-CN"/>
              <a:t>.</a:t>
            </a:r>
          </a:p>
          <a:p>
            <a:endParaRPr lang="en-US" altLang="zh-CN" i="1"/>
          </a:p>
          <a:p>
            <a:r>
              <a:rPr lang="en-US" altLang="zh-CN">
                <a:hlinkClick r:id="rId2"/>
              </a:rPr>
              <a:t>https://en.wikipedia.org/wiki/Representational_state_transfer</a:t>
            </a:r>
            <a:endParaRPr lang="en-US" altLang="zh-CN" i="1"/>
          </a:p>
          <a:p>
            <a:endParaRPr lang="en-US" altLang="zh-CN"/>
          </a:p>
          <a:p>
            <a:endParaRPr lang="en-US" altLang="zh-CN"/>
          </a:p>
          <a:p>
            <a:endParaRPr lang="zh-CN" altLang="en-US"/>
          </a:p>
        </p:txBody>
      </p:sp>
      <p:pic>
        <p:nvPicPr>
          <p:cNvPr id="11" name="Picture 4" descr="Image result for http restful">
            <a:extLst>
              <a:ext uri="{FF2B5EF4-FFF2-40B4-BE49-F238E27FC236}">
                <a16:creationId xmlns:a16="http://schemas.microsoft.com/office/drawing/2014/main" id="{840E1483-808B-4FDB-B3D0-B9B6C0E1366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896" y="3149432"/>
            <a:ext cx="5162312" cy="14957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40318197"/>
      </p:ext>
    </p:extLst>
  </p:cSld>
  <p:clrMapOvr>
    <a:masterClrMapping/>
  </p:clrMapOvr>
  <p:transition spd="slow">
    <p:push dir="u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C4B21C60-9080-4726-AE65-25607AEFC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/>
              <a:t>Representational state transfer (REST)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CDD1D8-1F22-428C-AE55-6F37B07CA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59</a:t>
            </a:fld>
            <a:endParaRPr lang="en-AU" noProof="0"/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CC4C0D5B-11E4-4358-895C-A244A3506540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3018999"/>
            <a:ext cx="5400000" cy="1416928"/>
          </a:xfrm>
        </p:spPr>
        <p:txBody>
          <a:bodyPr/>
          <a:lstStyle/>
          <a:p>
            <a:r>
              <a:rPr lang="en-US" altLang="zh-CN"/>
              <a:t>When HTTP is used, as is most common, the operations (HTTP methods) available are </a:t>
            </a:r>
            <a:r>
              <a:rPr lang="en-US" altLang="zh-CN" b="1" i="1"/>
              <a:t>GET, HEAD, POST, PUT, PATCH, DELETE, CONNECT, OPTIONS and TRACE</a:t>
            </a:r>
            <a:r>
              <a:rPr lang="en-US" altLang="zh-CN" i="1"/>
              <a:t>.</a:t>
            </a:r>
          </a:p>
        </p:txBody>
      </p:sp>
      <p:pic>
        <p:nvPicPr>
          <p:cNvPr id="5122" name="Picture 2" descr="Image result for restful api android">
            <a:extLst>
              <a:ext uri="{FF2B5EF4-FFF2-40B4-BE49-F238E27FC236}">
                <a16:creationId xmlns:a16="http://schemas.microsoft.com/office/drawing/2014/main" id="{8C8D25E7-C11D-4E3C-8025-79F5A159240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4186" y="2606725"/>
            <a:ext cx="4495784" cy="22478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67585419"/>
      </p:ext>
    </p:extLst>
  </p:cSld>
  <p:clrMapOvr>
    <a:masterClrMapping/>
  </p:clrMapOvr>
  <p:transition spd="slow">
    <p:push dir="u"/>
  </p:transition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60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Connectivity</a:t>
            </a:r>
          </a:p>
          <a:p>
            <a:endParaRPr lang="en-AU"/>
          </a:p>
          <a:p>
            <a:pPr marL="342900" indent="-342900">
              <a:buFontTx/>
              <a:buChar char="-"/>
            </a:pPr>
            <a:r>
              <a:rPr lang="en-AU" sz="2400" b="0" i="1"/>
              <a:t>WebSocket</a:t>
            </a:r>
          </a:p>
        </p:txBody>
      </p:sp>
    </p:spTree>
    <p:extLst>
      <p:ext uri="{BB962C8B-B14F-4D97-AF65-F5344CB8AC3E}">
        <p14:creationId xmlns:p14="http://schemas.microsoft.com/office/powerpoint/2010/main" val="2476456100"/>
      </p:ext>
    </p:extLst>
  </p:cSld>
  <p:clrMapOvr>
    <a:masterClrMapping/>
  </p:clrMapOvr>
  <p:transition spd="slow">
    <p:push dir="u"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WebSocket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61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6F5B954-F0D0-4C2E-8987-249CA47B3E7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37383" y="2779171"/>
            <a:ext cx="5400000" cy="1896585"/>
          </a:xfrm>
        </p:spPr>
        <p:txBody>
          <a:bodyPr/>
          <a:lstStyle/>
          <a:p>
            <a:r>
              <a:rPr lang="en-AU" b="1" i="1"/>
              <a:t>WebSocket</a:t>
            </a:r>
            <a:r>
              <a:rPr lang="en-AU"/>
              <a:t> is a computer communications protocol, providing </a:t>
            </a:r>
            <a:r>
              <a:rPr lang="en-AU" b="1" i="1"/>
              <a:t>full-duplex communication channels over a single TCP connection</a:t>
            </a:r>
            <a:r>
              <a:rPr lang="en-AU"/>
              <a:t>. </a:t>
            </a:r>
          </a:p>
          <a:p>
            <a:endParaRPr lang="en-AU"/>
          </a:p>
          <a:p>
            <a:r>
              <a:rPr lang="en-AU">
                <a:hlinkClick r:id="rId2"/>
              </a:rPr>
              <a:t>https://en.wikipedia.org/wiki/WebSocket</a:t>
            </a:r>
            <a:endParaRPr lang="en-AU"/>
          </a:p>
        </p:txBody>
      </p:sp>
      <p:pic>
        <p:nvPicPr>
          <p:cNvPr id="11" name="Picture 4" descr="Image result for websocket">
            <a:extLst>
              <a:ext uri="{FF2B5EF4-FFF2-40B4-BE49-F238E27FC236}">
                <a16:creationId xmlns:a16="http://schemas.microsoft.com/office/drawing/2014/main" id="{CD5E3735-AD15-4462-9C66-0BD8A03AE59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595" y="2503503"/>
            <a:ext cx="4136003" cy="24568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97788599"/>
      </p:ext>
    </p:extLst>
  </p:cSld>
  <p:clrMapOvr>
    <a:masterClrMapping/>
  </p:clrMapOvr>
  <p:transition spd="slow">
    <p:push dir="u"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WebSocket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62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6F5B954-F0D0-4C2E-8987-249CA47B3E7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37383" y="2779171"/>
            <a:ext cx="5400000" cy="1896585"/>
          </a:xfrm>
        </p:spPr>
        <p:txBody>
          <a:bodyPr/>
          <a:lstStyle/>
          <a:p>
            <a:r>
              <a:rPr lang="en-US" dirty="0"/>
              <a:t>The </a:t>
            </a:r>
            <a:r>
              <a:rPr lang="en-US" b="1" i="1" dirty="0"/>
              <a:t>WebSocket</a:t>
            </a:r>
            <a:r>
              <a:rPr lang="en-US" dirty="0"/>
              <a:t> protocol enables interaction between a </a:t>
            </a:r>
            <a:r>
              <a:rPr lang="en-US" b="1" i="1" dirty="0"/>
              <a:t>web browser </a:t>
            </a:r>
            <a:r>
              <a:rPr lang="en-US" dirty="0"/>
              <a:t>(or other </a:t>
            </a:r>
            <a:r>
              <a:rPr lang="en-US" b="1" i="1" dirty="0"/>
              <a:t>client application</a:t>
            </a:r>
            <a:r>
              <a:rPr lang="en-US" dirty="0"/>
              <a:t>) and </a:t>
            </a:r>
            <a:r>
              <a:rPr lang="en-US" b="1" i="1" dirty="0"/>
              <a:t>a web server </a:t>
            </a:r>
            <a:r>
              <a:rPr lang="en-US" dirty="0"/>
              <a:t>with</a:t>
            </a:r>
            <a:r>
              <a:rPr lang="en-US" b="1" i="1" dirty="0"/>
              <a:t> lower overhead than half-duplex alternatives</a:t>
            </a:r>
            <a:r>
              <a:rPr lang="en-US" dirty="0"/>
              <a:t> such as HTTP polling, facilitating </a:t>
            </a:r>
            <a:r>
              <a:rPr lang="en-US" b="1" i="1" dirty="0"/>
              <a:t>real-time data transfer </a:t>
            </a:r>
            <a:r>
              <a:rPr lang="en-US" dirty="0"/>
              <a:t>from and to the server. </a:t>
            </a:r>
            <a:endParaRPr lang="en-AU" dirty="0"/>
          </a:p>
        </p:txBody>
      </p:sp>
      <p:pic>
        <p:nvPicPr>
          <p:cNvPr id="11" name="Picture 4" descr="Image result for websocket">
            <a:extLst>
              <a:ext uri="{FF2B5EF4-FFF2-40B4-BE49-F238E27FC236}">
                <a16:creationId xmlns:a16="http://schemas.microsoft.com/office/drawing/2014/main" id="{CD5E3735-AD15-4462-9C66-0BD8A03AE59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595" y="2503503"/>
            <a:ext cx="4136003" cy="24568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08344878"/>
      </p:ext>
    </p:extLst>
  </p:cSld>
  <p:clrMapOvr>
    <a:masterClrMapping/>
  </p:clrMapOvr>
  <p:transition spd="slow">
    <p:push dir="u"/>
  </p:transition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Connectivity</a:t>
            </a:r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/>
              <a:t>Frameworks</a:t>
            </a:r>
            <a:endParaRPr lang="en-AU" sz="2400" b="0" i="1" dirty="0"/>
          </a:p>
        </p:txBody>
      </p:sp>
    </p:spTree>
    <p:extLst>
      <p:ext uri="{BB962C8B-B14F-4D97-AF65-F5344CB8AC3E}">
        <p14:creationId xmlns:p14="http://schemas.microsoft.com/office/powerpoint/2010/main" val="3546045817"/>
      </p:ext>
    </p:extLst>
  </p:cSld>
  <p:clrMapOvr>
    <a:masterClrMapping/>
  </p:clrMapOvr>
  <p:transition spd="slow">
    <p:push dir="u"/>
  </p:transition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OKHttp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64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6F5B954-F0D0-4C2E-8987-249CA47B3E7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364528"/>
            <a:ext cx="5400000" cy="4725871"/>
          </a:xfrm>
        </p:spPr>
        <p:txBody>
          <a:bodyPr/>
          <a:lstStyle/>
          <a:p>
            <a:r>
              <a:rPr lang="en-AU" b="1" i="1" dirty="0" err="1"/>
              <a:t>OkHttp</a:t>
            </a:r>
            <a:r>
              <a:rPr lang="en-AU" dirty="0"/>
              <a:t> is an </a:t>
            </a:r>
            <a:r>
              <a:rPr lang="en-AU" b="1" i="1" dirty="0"/>
              <a:t>HTTP client </a:t>
            </a:r>
            <a:r>
              <a:rPr lang="en-AU" dirty="0"/>
              <a:t>that’s efficient by default:</a:t>
            </a:r>
          </a:p>
          <a:p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HTTP/2 support allows all requests to the same host to </a:t>
            </a:r>
            <a:r>
              <a:rPr lang="en-AU" b="1" i="1" dirty="0"/>
              <a:t>share a socket</a:t>
            </a:r>
            <a:r>
              <a:rPr lang="en-AU" dirty="0"/>
              <a:t>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Connection pooling </a:t>
            </a:r>
            <a:r>
              <a:rPr lang="en-AU" b="1" i="1" dirty="0"/>
              <a:t>reduces request latency </a:t>
            </a:r>
            <a:r>
              <a:rPr lang="en-AU" dirty="0"/>
              <a:t>(if HTTP/2 isn’t available).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Transparent GZIP shrinks </a:t>
            </a:r>
            <a:r>
              <a:rPr lang="en-AU" b="1" i="1" dirty="0"/>
              <a:t>download sizes</a:t>
            </a:r>
            <a:r>
              <a:rPr lang="en-AU" dirty="0"/>
              <a:t>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Response caching </a:t>
            </a:r>
            <a:r>
              <a:rPr lang="en-AU" b="1" i="1" dirty="0"/>
              <a:t>avoids</a:t>
            </a:r>
            <a:r>
              <a:rPr lang="en-AU" dirty="0"/>
              <a:t> the network completely for </a:t>
            </a:r>
            <a:r>
              <a:rPr lang="en-AU" b="1" i="1" dirty="0"/>
              <a:t>repeat requests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https://square.github.io/okhttp/</a:t>
            </a:r>
            <a:endParaRPr lang="en-AU" dirty="0"/>
          </a:p>
          <a:p>
            <a:br>
              <a:rPr lang="en-AU" dirty="0"/>
            </a:br>
            <a:endParaRPr lang="en-AU" dirty="0"/>
          </a:p>
        </p:txBody>
      </p:sp>
      <p:pic>
        <p:nvPicPr>
          <p:cNvPr id="2050" name="Picture 2" descr="Related image">
            <a:extLst>
              <a:ext uri="{FF2B5EF4-FFF2-40B4-BE49-F238E27FC236}">
                <a16:creationId xmlns:a16="http://schemas.microsoft.com/office/drawing/2014/main" id="{C6A6F19E-2333-43F6-B36E-632595B6A81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8205" y="3181762"/>
            <a:ext cx="3410629" cy="1091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5362434"/>
      </p:ext>
    </p:extLst>
  </p:cSld>
  <p:clrMapOvr>
    <a:masterClrMapping/>
  </p:clrMapOvr>
  <p:transition spd="slow">
    <p:push dir="u"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Retrofit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65</a:t>
            </a:fld>
            <a:endParaRPr lang="en-AU" noProof="0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6F5B954-F0D0-4C2E-8987-249CA47B3E7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530826"/>
            <a:ext cx="5400000" cy="2393273"/>
          </a:xfrm>
        </p:spPr>
        <p:txBody>
          <a:bodyPr/>
          <a:lstStyle/>
          <a:p>
            <a:r>
              <a:rPr lang="en-AU" dirty="0"/>
              <a:t>A type-safe </a:t>
            </a:r>
            <a:r>
              <a:rPr lang="en-AU" b="1" i="1" dirty="0"/>
              <a:t>HTTP client</a:t>
            </a:r>
            <a:r>
              <a:rPr lang="en-AU" dirty="0"/>
              <a:t> for Android and Java based on </a:t>
            </a:r>
            <a:r>
              <a:rPr lang="en-AU" b="1" i="1" dirty="0" err="1"/>
              <a:t>OKHttp</a:t>
            </a:r>
            <a:r>
              <a:rPr lang="en-AU" i="1" dirty="0"/>
              <a:t>, which is able to manipulate URL, Request, loading, caching, etc.</a:t>
            </a:r>
            <a:endParaRPr lang="en-AU" b="1" i="1" dirty="0"/>
          </a:p>
          <a:p>
            <a:endParaRPr lang="en-AU" dirty="0"/>
          </a:p>
          <a:p>
            <a:r>
              <a:rPr lang="en-AU" dirty="0">
                <a:hlinkClick r:id="rId2"/>
              </a:rPr>
              <a:t>https://square.github.io/retrofit/</a:t>
            </a:r>
            <a:endParaRPr lang="en-AU" dirty="0"/>
          </a:p>
          <a:p>
            <a:r>
              <a:rPr lang="en-AU" dirty="0">
                <a:hlinkClick r:id="rId3"/>
              </a:rPr>
              <a:t>https://github.com/square/retrofit</a:t>
            </a:r>
            <a:endParaRPr lang="en-AU" dirty="0"/>
          </a:p>
        </p:txBody>
      </p:sp>
      <p:pic>
        <p:nvPicPr>
          <p:cNvPr id="1026" name="Picture 2" descr="Image result for Retrofit">
            <a:extLst>
              <a:ext uri="{FF2B5EF4-FFF2-40B4-BE49-F238E27FC236}">
                <a16:creationId xmlns:a16="http://schemas.microsoft.com/office/drawing/2014/main" id="{0079D545-A9C8-472D-9B85-1DE3D6C7685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9144" y="2877199"/>
            <a:ext cx="3621906" cy="17005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20854033"/>
      </p:ext>
    </p:extLst>
  </p:cSld>
  <p:clrMapOvr>
    <a:masterClrMapping/>
  </p:clrMapOvr>
  <p:transition spd="slow">
    <p:push dir="u"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RxJava</a:t>
            </a:r>
            <a:r>
              <a:rPr lang="en-US" dirty="0"/>
              <a:t> – An alternative way of threading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66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56F5B954-F0D0-4C2E-8987-249CA47B3E7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597409"/>
            <a:ext cx="5400000" cy="2260108"/>
          </a:xfrm>
        </p:spPr>
        <p:txBody>
          <a:bodyPr/>
          <a:lstStyle/>
          <a:p>
            <a:r>
              <a:rPr lang="en-AU" b="1" i="1" dirty="0" err="1"/>
              <a:t>RxJava</a:t>
            </a:r>
            <a:r>
              <a:rPr lang="en-AU" dirty="0"/>
              <a:t> is a Java VM implementation of Reactive Extensions: a library for composing </a:t>
            </a:r>
            <a:r>
              <a:rPr lang="en-AU" b="1" i="1" dirty="0"/>
              <a:t>asynchronous</a:t>
            </a:r>
            <a:r>
              <a:rPr lang="en-AU" dirty="0"/>
              <a:t> and </a:t>
            </a:r>
            <a:r>
              <a:rPr lang="en-AU" b="1" i="1" dirty="0"/>
              <a:t>event-based programs </a:t>
            </a:r>
            <a:r>
              <a:rPr lang="en-AU" dirty="0"/>
              <a:t>by </a:t>
            </a:r>
            <a:r>
              <a:rPr lang="en-AU" b="1" i="1" dirty="0"/>
              <a:t>using observable sequences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https://github.com/ReactiveX/RxJava</a:t>
            </a:r>
            <a:endParaRPr lang="en-AU" dirty="0"/>
          </a:p>
        </p:txBody>
      </p:sp>
      <p:pic>
        <p:nvPicPr>
          <p:cNvPr id="3074" name="Picture 2" descr="Related image">
            <a:extLst>
              <a:ext uri="{FF2B5EF4-FFF2-40B4-BE49-F238E27FC236}">
                <a16:creationId xmlns:a16="http://schemas.microsoft.com/office/drawing/2014/main" id="{C58135CD-3323-4795-BFE3-9023A0A3ACC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16" y="2517509"/>
            <a:ext cx="4282460" cy="24095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38252754"/>
      </p:ext>
    </p:extLst>
  </p:cSld>
  <p:clrMapOvr>
    <a:masterClrMapping/>
  </p:clrMapOvr>
  <p:transition spd="slow">
    <p:push dir="u"/>
  </p:transition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62DCDE16-855F-43C0-B547-A525A2424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Retrofit – Demonstration</a:t>
            </a:r>
            <a:endParaRPr lang="en-AU" dirty="0"/>
          </a:p>
        </p:txBody>
      </p:sp>
      <p:pic>
        <p:nvPicPr>
          <p:cNvPr id="6" name="device-2019-07-25-154812">
            <a:hlinkClick r:id="" action="ppaction://media"/>
            <a:extLst>
              <a:ext uri="{FF2B5EF4-FFF2-40B4-BE49-F238E27FC236}">
                <a16:creationId xmlns:a16="http://schemas.microsoft.com/office/drawing/2014/main" id="{360B117D-68AD-46F7-87C4-AB54A4FBC31D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926013" y="1531938"/>
            <a:ext cx="2466392" cy="4930996"/>
          </a:xfr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D76C46-7146-4C7F-B39D-4D88D91CA9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67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98357015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809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51EAFD-FFD4-334E-A9B4-757FA2093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N" dirty="0"/>
              <a:t>Assignment 2 feedback workshops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380E8FA-8195-6240-85B9-E963321EA1D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8843" y="1532415"/>
            <a:ext cx="10296000" cy="4376944"/>
          </a:xfrm>
        </p:spPr>
        <p:txBody>
          <a:bodyPr/>
          <a:lstStyle/>
          <a:p>
            <a:r>
              <a:rPr lang="en-CN" dirty="0"/>
              <a:t>Thank you all for coming to our Android Development tutorials &amp; Congratulations! 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CN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CN" dirty="0"/>
              <a:t>From next week we will start Assignment 2 feedback workshop.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CN" dirty="0"/>
              <a:t>To get </a:t>
            </a:r>
            <a:r>
              <a:rPr lang="en-CN" b="1" dirty="0"/>
              <a:t>timely</a:t>
            </a:r>
            <a:r>
              <a:rPr lang="en-CN" dirty="0"/>
              <a:t> feedback for your Assignment 2.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CN" dirty="0"/>
              <a:t>Prepare an agenda / your questions before coming.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12ECBA-862D-6A4B-BC3E-C15678827B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68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98317891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D2D066C-839F-4CEC-B761-5FC3C8E7D0F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27363F6-D6A2-F949-91CC-C6C187C48D6E}"/>
              </a:ext>
            </a:extLst>
          </p:cNvPr>
          <p:cNvSpPr txBox="1">
            <a:spLocks/>
          </p:cNvSpPr>
          <p:nvPr/>
        </p:nvSpPr>
        <p:spPr>
          <a:xfrm>
            <a:off x="466362" y="3210295"/>
            <a:ext cx="5453398" cy="3101729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CN" dirty="0">
                <a:solidFill>
                  <a:schemeClr val="bg1"/>
                </a:solidFill>
              </a:rPr>
              <a:t>Please re-join the zoom-meeting if </a:t>
            </a:r>
          </a:p>
          <a:p>
            <a:r>
              <a:rPr lang="en-CN" dirty="0">
                <a:solidFill>
                  <a:schemeClr val="bg1"/>
                </a:solidFill>
              </a:rPr>
              <a:t>you come for the tutorial starting at 2pm. </a:t>
            </a:r>
          </a:p>
        </p:txBody>
      </p:sp>
    </p:spTree>
    <p:extLst>
      <p:ext uri="{BB962C8B-B14F-4D97-AF65-F5344CB8AC3E}">
        <p14:creationId xmlns:p14="http://schemas.microsoft.com/office/powerpoint/2010/main" val="547447302"/>
      </p:ext>
    </p:extLst>
  </p:cSld>
  <p:clrMapOvr>
    <a:masterClrMapping/>
  </p:clrMapOvr>
  <p:transition spd="slow">
    <p:push dir="u"/>
  </p:transition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8FA2EAE-BBE2-4046-9DB6-4706523E0098}"/>
    </a:ext>
  </a:extLst>
</a:theme>
</file>

<file path=ppt/theme/theme2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A36C238-3559-42C9-B723-DBAB57951AE3}"/>
    </a:ext>
  </a:extLst>
</a:theme>
</file>

<file path=ppt/theme/theme3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C230D052-C90C-4D80-AACA-CE83386B87DE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145</TotalTime>
  <Words>1576</Words>
  <Application>Microsoft Macintosh PowerPoint</Application>
  <PresentationFormat>Widescreen</PresentationFormat>
  <Paragraphs>306</Paragraphs>
  <Slides>69</Slides>
  <Notes>4</Notes>
  <HiddenSlides>3</HiddenSlides>
  <MMClips>3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69</vt:i4>
      </vt:variant>
    </vt:vector>
  </HeadingPairs>
  <TitlesOfParts>
    <vt:vector size="75" baseType="lpstr">
      <vt:lpstr>Arial</vt:lpstr>
      <vt:lpstr>Calibri</vt:lpstr>
      <vt:lpstr>Georgia</vt:lpstr>
      <vt:lpstr>University of Melbourne</vt:lpstr>
      <vt:lpstr>University of Melbourne Patterns</vt:lpstr>
      <vt:lpstr>University of Melbourne-Layout B</vt:lpstr>
      <vt:lpstr>PowerPoint Presentation</vt:lpstr>
      <vt:lpstr>PowerPoint Presentation</vt:lpstr>
      <vt:lpstr>PowerPoint Presentation</vt:lpstr>
      <vt:lpstr>Firebase</vt:lpstr>
      <vt:lpstr>PowerPoint Presentation</vt:lpstr>
      <vt:lpstr>Firebase – Develop</vt:lpstr>
      <vt:lpstr>Firebase – Authentication</vt:lpstr>
      <vt:lpstr>Firebase – Database</vt:lpstr>
      <vt:lpstr>Firebase – Storage</vt:lpstr>
      <vt:lpstr>Firebase – Hosting</vt:lpstr>
      <vt:lpstr>Firebase – Functions</vt:lpstr>
      <vt:lpstr>Firebase – Machine Learning &amp; AI</vt:lpstr>
      <vt:lpstr>Firebase – Test/Monitor Performance</vt:lpstr>
      <vt:lpstr>Firebase – Monitor Performance</vt:lpstr>
      <vt:lpstr>Firebase – More Functions</vt:lpstr>
      <vt:lpstr>PowerPoint Presentation</vt:lpstr>
      <vt:lpstr>Firebase – Realtime Database</vt:lpstr>
      <vt:lpstr>Create a Firebase Application</vt:lpstr>
      <vt:lpstr>Create a Firebase Application</vt:lpstr>
      <vt:lpstr>Create a Firebase Application</vt:lpstr>
      <vt:lpstr>Create a Firebase Application</vt:lpstr>
      <vt:lpstr>Create a Firebase Application</vt:lpstr>
      <vt:lpstr>Create a Firebase Application</vt:lpstr>
      <vt:lpstr>Create a Firebase Application</vt:lpstr>
      <vt:lpstr>Create a Firebase Application</vt:lpstr>
      <vt:lpstr>Create a Firebase Application</vt:lpstr>
      <vt:lpstr>PowerPoint Presentation</vt:lpstr>
      <vt:lpstr>Integrate Realtime Database</vt:lpstr>
      <vt:lpstr>Integrate Realtime Database</vt:lpstr>
      <vt:lpstr>Integrate Realtime Database</vt:lpstr>
      <vt:lpstr>Integrate Realtime Database</vt:lpstr>
      <vt:lpstr>Integrate Realtime Database</vt:lpstr>
      <vt:lpstr>Integrate Realtime Database</vt:lpstr>
      <vt:lpstr>PowerPoint Presentation</vt:lpstr>
      <vt:lpstr>Connectivity</vt:lpstr>
      <vt:lpstr>Connectivity</vt:lpstr>
      <vt:lpstr>PowerPoint Presentation</vt:lpstr>
      <vt:lpstr>Bluetooth</vt:lpstr>
      <vt:lpstr>Bluetooth 4.0</vt:lpstr>
      <vt:lpstr>Bluetooth in Android</vt:lpstr>
      <vt:lpstr>Bluetooth – Build Connection</vt:lpstr>
      <vt:lpstr>Bluetooth – Build Connection</vt:lpstr>
      <vt:lpstr>Bluetooth – Build Connection</vt:lpstr>
      <vt:lpstr>Bluetooth – Build Connection</vt:lpstr>
      <vt:lpstr>Bluetooth – Build Connection</vt:lpstr>
      <vt:lpstr>Android Bluetooth APIs</vt:lpstr>
      <vt:lpstr>Android Bluetooth APIs</vt:lpstr>
      <vt:lpstr>Build Connection Demonstration</vt:lpstr>
      <vt:lpstr>Build Connection Demonstration</vt:lpstr>
      <vt:lpstr>Build Connection Demonstration</vt:lpstr>
      <vt:lpstr>PowerPoint Presentation</vt:lpstr>
      <vt:lpstr>Socket – TCP/UDP</vt:lpstr>
      <vt:lpstr>Socket – Stream Socket </vt:lpstr>
      <vt:lpstr>Socket – Datagram Socket</vt:lpstr>
      <vt:lpstr>PowerPoint Presentation</vt:lpstr>
      <vt:lpstr>Hypertext Transfer Protocol (HTTP)</vt:lpstr>
      <vt:lpstr>Hypertext Transfer Protocol Secure (HTTPS)</vt:lpstr>
      <vt:lpstr>Representational state transfer (REST)</vt:lpstr>
      <vt:lpstr>Representational state transfer (REST)</vt:lpstr>
      <vt:lpstr>PowerPoint Presentation</vt:lpstr>
      <vt:lpstr>WebSocket</vt:lpstr>
      <vt:lpstr>WebSocket</vt:lpstr>
      <vt:lpstr>PowerPoint Presentation</vt:lpstr>
      <vt:lpstr>OKHttp</vt:lpstr>
      <vt:lpstr>Retrofit</vt:lpstr>
      <vt:lpstr>RxJava – An alternative way of threading</vt:lpstr>
      <vt:lpstr>Retrofit – Demonstration</vt:lpstr>
      <vt:lpstr>Assignment 2 feedback workshops 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Timplates 1</dc:creator>
  <cp:lastModifiedBy>ショウ　イイ</cp:lastModifiedBy>
  <cp:revision>12</cp:revision>
  <dcterms:created xsi:type="dcterms:W3CDTF">2017-10-05T06:39:00Z</dcterms:created>
  <dcterms:modified xsi:type="dcterms:W3CDTF">2020-09-10T02:57:07Z</dcterms:modified>
</cp:coreProperties>
</file>