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63"/>
  </p:notesMasterIdLst>
  <p:sldIdLst>
    <p:sldId id="272" r:id="rId4"/>
    <p:sldId id="326" r:id="rId5"/>
    <p:sldId id="328" r:id="rId6"/>
    <p:sldId id="329" r:id="rId7"/>
    <p:sldId id="327" r:id="rId8"/>
    <p:sldId id="273" r:id="rId9"/>
    <p:sldId id="306" r:id="rId10"/>
    <p:sldId id="274" r:id="rId11"/>
    <p:sldId id="307" r:id="rId12"/>
    <p:sldId id="308" r:id="rId13"/>
    <p:sldId id="309" r:id="rId14"/>
    <p:sldId id="310" r:id="rId15"/>
    <p:sldId id="311" r:id="rId16"/>
    <p:sldId id="312" r:id="rId17"/>
    <p:sldId id="313" r:id="rId18"/>
    <p:sldId id="314" r:id="rId19"/>
    <p:sldId id="315" r:id="rId20"/>
    <p:sldId id="316" r:id="rId21"/>
    <p:sldId id="330" r:id="rId22"/>
    <p:sldId id="263" r:id="rId23"/>
    <p:sldId id="275" r:id="rId24"/>
    <p:sldId id="276" r:id="rId25"/>
    <p:sldId id="278" r:id="rId26"/>
    <p:sldId id="277" r:id="rId27"/>
    <p:sldId id="281" r:id="rId28"/>
    <p:sldId id="280" r:id="rId29"/>
    <p:sldId id="279" r:id="rId30"/>
    <p:sldId id="282" r:id="rId31"/>
    <p:sldId id="283" r:id="rId32"/>
    <p:sldId id="286" r:id="rId33"/>
    <p:sldId id="284" r:id="rId34"/>
    <p:sldId id="287" r:id="rId35"/>
    <p:sldId id="285" r:id="rId36"/>
    <p:sldId id="289" r:id="rId37"/>
    <p:sldId id="288" r:id="rId38"/>
    <p:sldId id="292" r:id="rId39"/>
    <p:sldId id="291" r:id="rId40"/>
    <p:sldId id="293" r:id="rId41"/>
    <p:sldId id="294" r:id="rId42"/>
    <p:sldId id="295" r:id="rId43"/>
    <p:sldId id="296" r:id="rId44"/>
    <p:sldId id="304" r:id="rId45"/>
    <p:sldId id="297" r:id="rId46"/>
    <p:sldId id="298" r:id="rId47"/>
    <p:sldId id="299" r:id="rId48"/>
    <p:sldId id="300" r:id="rId49"/>
    <p:sldId id="301" r:id="rId50"/>
    <p:sldId id="302" r:id="rId51"/>
    <p:sldId id="305" r:id="rId52"/>
    <p:sldId id="317" r:id="rId53"/>
    <p:sldId id="318" r:id="rId54"/>
    <p:sldId id="321" r:id="rId55"/>
    <p:sldId id="322" r:id="rId56"/>
    <p:sldId id="323" r:id="rId57"/>
    <p:sldId id="324" r:id="rId58"/>
    <p:sldId id="319" r:id="rId59"/>
    <p:sldId id="325" r:id="rId60"/>
    <p:sldId id="320" r:id="rId61"/>
    <p:sldId id="271" r:id="rId6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702" autoAdjust="0"/>
    <p:restoredTop sz="94719" autoAdjust="0"/>
  </p:normalViewPr>
  <p:slideViewPr>
    <p:cSldViewPr snapToGrid="0">
      <p:cViewPr varScale="1">
        <p:scale>
          <a:sx n="144" d="100"/>
          <a:sy n="144" d="100"/>
        </p:scale>
        <p:origin x="720" y="1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63" Type="http://schemas.openxmlformats.org/officeDocument/2006/relationships/notesMaster" Target="notesMasters/notesMaster1.xml"/><Relationship Id="rId68" Type="http://schemas.microsoft.com/office/2016/11/relationships/changesInfo" Target="changesInfos/changesInfo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theme" Target="theme/theme1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tableStyles" Target="tableStyle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tephen Wang" userId="2033283f466edd32" providerId="LiveId" clId="{71E99C53-D090-407D-AC01-53E92436BFDC}"/>
    <pc:docChg chg="undo custSel modSld">
      <pc:chgData name="Stephen Wang" userId="2033283f466edd32" providerId="LiveId" clId="{71E99C53-D090-407D-AC01-53E92436BFDC}" dt="2019-07-25T10:44:18.445" v="39" actId="14100"/>
      <pc:docMkLst>
        <pc:docMk/>
      </pc:docMkLst>
      <pc:sldChg chg="modSp">
        <pc:chgData name="Stephen Wang" userId="2033283f466edd32" providerId="LiveId" clId="{71E99C53-D090-407D-AC01-53E92436BFDC}" dt="2019-07-25T10:40:40.172" v="22" actId="1076"/>
        <pc:sldMkLst>
          <pc:docMk/>
          <pc:sldMk cId="665540930" sldId="286"/>
        </pc:sldMkLst>
        <pc:spChg chg="mod">
          <ac:chgData name="Stephen Wang" userId="2033283f466edd32" providerId="LiveId" clId="{71E99C53-D090-407D-AC01-53E92436BFDC}" dt="2019-07-25T10:40:40.172" v="22" actId="1076"/>
          <ac:spMkLst>
            <pc:docMk/>
            <pc:sldMk cId="665540930" sldId="286"/>
            <ac:spMk id="13" creationId="{F25694FB-9735-46F5-A468-D464A638A80B}"/>
          </ac:spMkLst>
        </pc:spChg>
      </pc:sldChg>
      <pc:sldChg chg="modSp">
        <pc:chgData name="Stephen Wang" userId="2033283f466edd32" providerId="LiveId" clId="{71E99C53-D090-407D-AC01-53E92436BFDC}" dt="2019-07-25T10:40:49.190" v="23" actId="1076"/>
        <pc:sldMkLst>
          <pc:docMk/>
          <pc:sldMk cId="4180284574" sldId="287"/>
        </pc:sldMkLst>
        <pc:spChg chg="mod">
          <ac:chgData name="Stephen Wang" userId="2033283f466edd32" providerId="LiveId" clId="{71E99C53-D090-407D-AC01-53E92436BFDC}" dt="2019-07-25T10:40:49.190" v="23" actId="1076"/>
          <ac:spMkLst>
            <pc:docMk/>
            <pc:sldMk cId="4180284574" sldId="287"/>
            <ac:spMk id="13" creationId="{F25694FB-9735-46F5-A468-D464A638A80B}"/>
          </ac:spMkLst>
        </pc:spChg>
      </pc:sldChg>
      <pc:sldChg chg="modTransition">
        <pc:chgData name="Stephen Wang" userId="2033283f466edd32" providerId="LiveId" clId="{71E99C53-D090-407D-AC01-53E92436BFDC}" dt="2019-07-25T10:36:41.016" v="2"/>
        <pc:sldMkLst>
          <pc:docMk/>
          <pc:sldMk cId="2260337184" sldId="288"/>
        </pc:sldMkLst>
      </pc:sldChg>
      <pc:sldChg chg="modTransition">
        <pc:chgData name="Stephen Wang" userId="2033283f466edd32" providerId="LiveId" clId="{71E99C53-D090-407D-AC01-53E92436BFDC}" dt="2019-07-25T10:36:25.916" v="1"/>
        <pc:sldMkLst>
          <pc:docMk/>
          <pc:sldMk cId="2669788780" sldId="289"/>
        </pc:sldMkLst>
      </pc:sldChg>
      <pc:sldChg chg="modSp">
        <pc:chgData name="Stephen Wang" userId="2033283f466edd32" providerId="LiveId" clId="{71E99C53-D090-407D-AC01-53E92436BFDC}" dt="2019-07-25T10:40:24.979" v="21" actId="1076"/>
        <pc:sldMkLst>
          <pc:docMk/>
          <pc:sldMk cId="228128581" sldId="293"/>
        </pc:sldMkLst>
        <pc:spChg chg="mod">
          <ac:chgData name="Stephen Wang" userId="2033283f466edd32" providerId="LiveId" clId="{71E99C53-D090-407D-AC01-53E92436BFDC}" dt="2019-07-25T10:40:24.979" v="21" actId="1076"/>
          <ac:spMkLst>
            <pc:docMk/>
            <pc:sldMk cId="228128581" sldId="293"/>
            <ac:spMk id="11" creationId="{B3FA1D5A-2979-4165-9CEB-DA14B8AC854E}"/>
          </ac:spMkLst>
        </pc:spChg>
      </pc:sldChg>
      <pc:sldChg chg="modSp modTransition">
        <pc:chgData name="Stephen Wang" userId="2033283f466edd32" providerId="LiveId" clId="{71E99C53-D090-407D-AC01-53E92436BFDC}" dt="2019-07-25T10:40:58.959" v="24" actId="1076"/>
        <pc:sldMkLst>
          <pc:docMk/>
          <pc:sldMk cId="2915513922" sldId="294"/>
        </pc:sldMkLst>
        <pc:spChg chg="mod">
          <ac:chgData name="Stephen Wang" userId="2033283f466edd32" providerId="LiveId" clId="{71E99C53-D090-407D-AC01-53E92436BFDC}" dt="2019-07-25T10:40:58.959" v="24" actId="1076"/>
          <ac:spMkLst>
            <pc:docMk/>
            <pc:sldMk cId="2915513922" sldId="294"/>
            <ac:spMk id="15" creationId="{EF095E9C-4182-4F53-806F-EE762F9CC8BD}"/>
          </ac:spMkLst>
        </pc:spChg>
      </pc:sldChg>
      <pc:sldChg chg="modSp modTransition">
        <pc:chgData name="Stephen Wang" userId="2033283f466edd32" providerId="LiveId" clId="{71E99C53-D090-407D-AC01-53E92436BFDC}" dt="2019-07-25T10:41:02.967" v="25" actId="1076"/>
        <pc:sldMkLst>
          <pc:docMk/>
          <pc:sldMk cId="3846651543" sldId="295"/>
        </pc:sldMkLst>
        <pc:spChg chg="mod">
          <ac:chgData name="Stephen Wang" userId="2033283f466edd32" providerId="LiveId" clId="{71E99C53-D090-407D-AC01-53E92436BFDC}" dt="2019-07-25T10:41:02.967" v="25" actId="1076"/>
          <ac:spMkLst>
            <pc:docMk/>
            <pc:sldMk cId="3846651543" sldId="295"/>
            <ac:spMk id="15" creationId="{EF095E9C-4182-4F53-806F-EE762F9CC8BD}"/>
          </ac:spMkLst>
        </pc:spChg>
      </pc:sldChg>
      <pc:sldChg chg="modSp modTransition">
        <pc:chgData name="Stephen Wang" userId="2033283f466edd32" providerId="LiveId" clId="{71E99C53-D090-407D-AC01-53E92436BFDC}" dt="2019-07-25T10:41:07.263" v="26" actId="1076"/>
        <pc:sldMkLst>
          <pc:docMk/>
          <pc:sldMk cId="1375804325" sldId="296"/>
        </pc:sldMkLst>
        <pc:spChg chg="mod">
          <ac:chgData name="Stephen Wang" userId="2033283f466edd32" providerId="LiveId" clId="{71E99C53-D090-407D-AC01-53E92436BFDC}" dt="2019-07-25T10:41:07.263" v="26" actId="1076"/>
          <ac:spMkLst>
            <pc:docMk/>
            <pc:sldMk cId="1375804325" sldId="296"/>
            <ac:spMk id="15" creationId="{EF095E9C-4182-4F53-806F-EE762F9CC8BD}"/>
          </ac:spMkLst>
        </pc:spChg>
      </pc:sldChg>
      <pc:sldChg chg="modSp">
        <pc:chgData name="Stephen Wang" userId="2033283f466edd32" providerId="LiveId" clId="{71E99C53-D090-407D-AC01-53E92436BFDC}" dt="2019-07-25T10:41:13.815" v="27" actId="1076"/>
        <pc:sldMkLst>
          <pc:docMk/>
          <pc:sldMk cId="49310703" sldId="299"/>
        </pc:sldMkLst>
        <pc:spChg chg="mod">
          <ac:chgData name="Stephen Wang" userId="2033283f466edd32" providerId="LiveId" clId="{71E99C53-D090-407D-AC01-53E92436BFDC}" dt="2019-07-25T10:41:13.815" v="27" actId="1076"/>
          <ac:spMkLst>
            <pc:docMk/>
            <pc:sldMk cId="49310703" sldId="299"/>
            <ac:spMk id="11" creationId="{B3FA1D5A-2979-4165-9CEB-DA14B8AC854E}"/>
          </ac:spMkLst>
        </pc:spChg>
      </pc:sldChg>
      <pc:sldChg chg="modSp modTransition">
        <pc:chgData name="Stephen Wang" userId="2033283f466edd32" providerId="LiveId" clId="{71E99C53-D090-407D-AC01-53E92436BFDC}" dt="2019-07-25T10:43:50.406" v="36"/>
        <pc:sldMkLst>
          <pc:docMk/>
          <pc:sldMk cId="2714833368" sldId="300"/>
        </pc:sldMkLst>
        <pc:spChg chg="mod">
          <ac:chgData name="Stephen Wang" userId="2033283f466edd32" providerId="LiveId" clId="{71E99C53-D090-407D-AC01-53E92436BFDC}" dt="2019-07-25T10:41:18.392" v="28" actId="1076"/>
          <ac:spMkLst>
            <pc:docMk/>
            <pc:sldMk cId="2714833368" sldId="300"/>
            <ac:spMk id="15" creationId="{EF095E9C-4182-4F53-806F-EE762F9CC8BD}"/>
          </ac:spMkLst>
        </pc:spChg>
      </pc:sldChg>
      <pc:sldChg chg="modSp modTransition">
        <pc:chgData name="Stephen Wang" userId="2033283f466edd32" providerId="LiveId" clId="{71E99C53-D090-407D-AC01-53E92436BFDC}" dt="2019-07-25T10:43:50.406" v="36"/>
        <pc:sldMkLst>
          <pc:docMk/>
          <pc:sldMk cId="322827310" sldId="301"/>
        </pc:sldMkLst>
        <pc:spChg chg="mod">
          <ac:chgData name="Stephen Wang" userId="2033283f466edd32" providerId="LiveId" clId="{71E99C53-D090-407D-AC01-53E92436BFDC}" dt="2019-07-25T10:41:23.732" v="29" actId="1076"/>
          <ac:spMkLst>
            <pc:docMk/>
            <pc:sldMk cId="322827310" sldId="301"/>
            <ac:spMk id="15" creationId="{EF095E9C-4182-4F53-806F-EE762F9CC8BD}"/>
          </ac:spMkLst>
        </pc:spChg>
      </pc:sldChg>
      <pc:sldChg chg="modSp modTransition">
        <pc:chgData name="Stephen Wang" userId="2033283f466edd32" providerId="LiveId" clId="{71E99C53-D090-407D-AC01-53E92436BFDC}" dt="2019-07-25T10:43:50.406" v="36"/>
        <pc:sldMkLst>
          <pc:docMk/>
          <pc:sldMk cId="2779554174" sldId="302"/>
        </pc:sldMkLst>
        <pc:spChg chg="mod">
          <ac:chgData name="Stephen Wang" userId="2033283f466edd32" providerId="LiveId" clId="{71E99C53-D090-407D-AC01-53E92436BFDC}" dt="2019-07-25T10:41:29.658" v="30" actId="1076"/>
          <ac:spMkLst>
            <pc:docMk/>
            <pc:sldMk cId="2779554174" sldId="302"/>
            <ac:spMk id="15" creationId="{EF095E9C-4182-4F53-806F-EE762F9CC8BD}"/>
          </ac:spMkLst>
        </pc:spChg>
      </pc:sldChg>
      <pc:sldChg chg="addSp delSp modSp modTransition">
        <pc:chgData name="Stephen Wang" userId="2033283f466edd32" providerId="LiveId" clId="{71E99C53-D090-407D-AC01-53E92436BFDC}" dt="2019-07-25T10:44:18.445" v="39" actId="14100"/>
        <pc:sldMkLst>
          <pc:docMk/>
          <pc:sldMk cId="3467490128" sldId="304"/>
        </pc:sldMkLst>
        <pc:spChg chg="add del mod">
          <ac:chgData name="Stephen Wang" userId="2033283f466edd32" providerId="LiveId" clId="{71E99C53-D090-407D-AC01-53E92436BFDC}" dt="2019-07-25T10:39:44.652" v="7" actId="478"/>
          <ac:spMkLst>
            <pc:docMk/>
            <pc:sldMk cId="3467490128" sldId="304"/>
            <ac:spMk id="5" creationId="{B2B00981-783F-499F-ACD7-5C0F2B922CEE}"/>
          </ac:spMkLst>
        </pc:spChg>
        <pc:spChg chg="add del mod">
          <ac:chgData name="Stephen Wang" userId="2033283f466edd32" providerId="LiveId" clId="{71E99C53-D090-407D-AC01-53E92436BFDC}" dt="2019-07-25T10:39:49.287" v="10"/>
          <ac:spMkLst>
            <pc:docMk/>
            <pc:sldMk cId="3467490128" sldId="304"/>
            <ac:spMk id="8" creationId="{611D57B0-E574-4910-8A69-5D3AF3B374D0}"/>
          </ac:spMkLst>
        </pc:spChg>
        <pc:spChg chg="mod">
          <ac:chgData name="Stephen Wang" userId="2033283f466edd32" providerId="LiveId" clId="{71E99C53-D090-407D-AC01-53E92436BFDC}" dt="2019-07-25T10:40:14.223" v="18" actId="1076"/>
          <ac:spMkLst>
            <pc:docMk/>
            <pc:sldMk cId="3467490128" sldId="304"/>
            <ac:spMk id="15" creationId="{EF095E9C-4182-4F53-806F-EE762F9CC8BD}"/>
          </ac:spMkLst>
        </pc:spChg>
        <pc:spChg chg="mod">
          <ac:chgData name="Stephen Wang" userId="2033283f466edd32" providerId="LiveId" clId="{71E99C53-D090-407D-AC01-53E92436BFDC}" dt="2019-07-25T10:44:18.445" v="39" actId="14100"/>
          <ac:spMkLst>
            <pc:docMk/>
            <pc:sldMk cId="3467490128" sldId="304"/>
            <ac:spMk id="16" creationId="{3268D7C2-61FA-43F4-AF5D-BC8056904833}"/>
          </ac:spMkLst>
        </pc:spChg>
        <pc:spChg chg="del mod">
          <ac:chgData name="Stephen Wang" userId="2033283f466edd32" providerId="LiveId" clId="{71E99C53-D090-407D-AC01-53E92436BFDC}" dt="2019-07-25T10:39:51.443" v="11"/>
          <ac:spMkLst>
            <pc:docMk/>
            <pc:sldMk cId="3467490128" sldId="304"/>
            <ac:spMk id="17" creationId="{5535395B-C102-4A75-A250-47D46C52CEA7}"/>
          </ac:spMkLst>
        </pc:spChg>
        <pc:spChg chg="mod">
          <ac:chgData name="Stephen Wang" userId="2033283f466edd32" providerId="LiveId" clId="{71E99C53-D090-407D-AC01-53E92436BFDC}" dt="2019-07-25T10:40:17.138" v="19" actId="1076"/>
          <ac:spMkLst>
            <pc:docMk/>
            <pc:sldMk cId="3467490128" sldId="304"/>
            <ac:spMk id="18" creationId="{64F5F2B9-DD48-454C-8D41-0A142112553B}"/>
          </ac:spMkLst>
        </pc:spChg>
        <pc:spChg chg="add mod">
          <ac:chgData name="Stephen Wang" userId="2033283f466edd32" providerId="LiveId" clId="{71E99C53-D090-407D-AC01-53E92436BFDC}" dt="2019-07-25T10:40:03.104" v="16" actId="14100"/>
          <ac:spMkLst>
            <pc:docMk/>
            <pc:sldMk cId="3467490128" sldId="304"/>
            <ac:spMk id="19" creationId="{B08E81D8-F4A0-4D45-894C-063C828C6F09}"/>
          </ac:spMkLst>
        </pc:spChg>
        <pc:picChg chg="add del mod">
          <ac:chgData name="Stephen Wang" userId="2033283f466edd32" providerId="LiveId" clId="{71E99C53-D090-407D-AC01-53E92436BFDC}" dt="2019-07-25T10:39:42.612" v="6"/>
          <ac:picMkLst>
            <pc:docMk/>
            <pc:sldMk cId="3467490128" sldId="304"/>
            <ac:picMk id="6" creationId="{36A12C5A-A92D-452C-8C51-6285CC103669}"/>
          </ac:picMkLst>
        </pc:picChg>
        <pc:picChg chg="add mod">
          <ac:chgData name="Stephen Wang" userId="2033283f466edd32" providerId="LiveId" clId="{71E99C53-D090-407D-AC01-53E92436BFDC}" dt="2019-07-25T10:39:49.287" v="10"/>
          <ac:picMkLst>
            <pc:docMk/>
            <pc:sldMk cId="3467490128" sldId="304"/>
            <ac:picMk id="9" creationId="{65310993-CA71-4338-8E4D-0AD6BD504552}"/>
          </ac:picMkLst>
        </pc:picChg>
        <pc:picChg chg="add del">
          <ac:chgData name="Stephen Wang" userId="2033283f466edd32" providerId="LiveId" clId="{71E99C53-D090-407D-AC01-53E92436BFDC}" dt="2019-07-25T10:39:47.110" v="9" actId="478"/>
          <ac:picMkLst>
            <pc:docMk/>
            <pc:sldMk cId="3467490128" sldId="304"/>
            <ac:picMk id="14" creationId="{33600112-513C-4064-ABE5-597ACF559735}"/>
          </ac:picMkLst>
        </pc:picChg>
      </pc:sldChg>
      <pc:sldChg chg="modSp modTransition">
        <pc:chgData name="Stephen Wang" userId="2033283f466edd32" providerId="LiveId" clId="{71E99C53-D090-407D-AC01-53E92436BFDC}" dt="2019-07-25T10:43:50.406" v="36"/>
        <pc:sldMkLst>
          <pc:docMk/>
          <pc:sldMk cId="2106520498" sldId="305"/>
        </pc:sldMkLst>
        <pc:spChg chg="mod">
          <ac:chgData name="Stephen Wang" userId="2033283f466edd32" providerId="LiveId" clId="{71E99C53-D090-407D-AC01-53E92436BFDC}" dt="2019-07-25T10:41:34.261" v="31" actId="1076"/>
          <ac:spMkLst>
            <pc:docMk/>
            <pc:sldMk cId="2106520498" sldId="305"/>
            <ac:spMk id="15" creationId="{EF095E9C-4182-4F53-806F-EE762F9CC8BD}"/>
          </ac:spMkLst>
        </pc:spChg>
      </pc:sldChg>
      <pc:sldChg chg="modTransition">
        <pc:chgData name="Stephen Wang" userId="2033283f466edd32" providerId="LiveId" clId="{71E99C53-D090-407D-AC01-53E92436BFDC}" dt="2019-07-25T10:41:58.715" v="32"/>
        <pc:sldMkLst>
          <pc:docMk/>
          <pc:sldMk cId="4192454043" sldId="309"/>
        </pc:sldMkLst>
      </pc:sldChg>
      <pc:sldChg chg="modTransition">
        <pc:chgData name="Stephen Wang" userId="2033283f466edd32" providerId="LiveId" clId="{71E99C53-D090-407D-AC01-53E92436BFDC}" dt="2019-07-25T10:41:58.715" v="32"/>
        <pc:sldMkLst>
          <pc:docMk/>
          <pc:sldMk cId="4034937285" sldId="310"/>
        </pc:sldMkLst>
      </pc:sldChg>
      <pc:sldChg chg="modTransition">
        <pc:chgData name="Stephen Wang" userId="2033283f466edd32" providerId="LiveId" clId="{71E99C53-D090-407D-AC01-53E92436BFDC}" dt="2019-07-25T10:41:58.715" v="32"/>
        <pc:sldMkLst>
          <pc:docMk/>
          <pc:sldMk cId="3003593799" sldId="311"/>
        </pc:sldMkLst>
      </pc:sldChg>
      <pc:sldChg chg="modSp">
        <pc:chgData name="Stephen Wang" userId="2033283f466edd32" providerId="LiveId" clId="{71E99C53-D090-407D-AC01-53E92436BFDC}" dt="2019-07-25T10:43:26.949" v="35" actId="1076"/>
        <pc:sldMkLst>
          <pc:docMk/>
          <pc:sldMk cId="1141222932" sldId="319"/>
        </pc:sldMkLst>
        <pc:picChg chg="mod">
          <ac:chgData name="Stephen Wang" userId="2033283f466edd32" providerId="LiveId" clId="{71E99C53-D090-407D-AC01-53E92436BFDC}" dt="2019-07-25T10:43:26.949" v="35" actId="1076"/>
          <ac:picMkLst>
            <pc:docMk/>
            <pc:sldMk cId="1141222932" sldId="319"/>
            <ac:picMk id="11" creationId="{92A797F5-5769-4CDB-BFCA-CC68D36F5ACC}"/>
          </ac:picMkLst>
        </pc:picChg>
      </pc:sldChg>
      <pc:sldChg chg="modTransition">
        <pc:chgData name="Stephen Wang" userId="2033283f466edd32" providerId="LiveId" clId="{71E99C53-D090-407D-AC01-53E92436BFDC}" dt="2019-07-25T10:43:09.628" v="33"/>
        <pc:sldMkLst>
          <pc:docMk/>
          <pc:sldMk cId="3266758068" sldId="322"/>
        </pc:sldMkLst>
      </pc:sldChg>
      <pc:sldChg chg="modTransition">
        <pc:chgData name="Stephen Wang" userId="2033283f466edd32" providerId="LiveId" clId="{71E99C53-D090-407D-AC01-53E92436BFDC}" dt="2019-07-25T10:43:09.628" v="33"/>
        <pc:sldMkLst>
          <pc:docMk/>
          <pc:sldMk cId="3842102267" sldId="323"/>
        </pc:sldMkLst>
      </pc:sldChg>
      <pc:sldChg chg="modTransition">
        <pc:chgData name="Stephen Wang" userId="2033283f466edd32" providerId="LiveId" clId="{71E99C53-D090-407D-AC01-53E92436BFDC}" dt="2019-07-25T10:43:09.628" v="33"/>
        <pc:sldMkLst>
          <pc:docMk/>
          <pc:sldMk cId="3266244155" sldId="324"/>
        </pc:sldMkLst>
      </pc:sldChg>
    </pc:docChg>
  </pc:docChgLst>
  <pc:docChgLst>
    <pc:chgData name="Wang Stephen" userId="2033283f466edd32" providerId="LiveId" clId="{ACAAE3CB-A53D-DA45-8E72-C4E8B7E433B7}"/>
    <pc:docChg chg="undo custSel addSld delSld">
      <pc:chgData name="Wang Stephen" userId="2033283f466edd32" providerId="LiveId" clId="{ACAAE3CB-A53D-DA45-8E72-C4E8B7E433B7}" dt="2019-08-06T00:50:44.003" v="5" actId="680"/>
      <pc:docMkLst>
        <pc:docMk/>
      </pc:docMkLst>
      <pc:sldChg chg="new del">
        <pc:chgData name="Wang Stephen" userId="2033283f466edd32" providerId="LiveId" clId="{ACAAE3CB-A53D-DA45-8E72-C4E8B7E433B7}" dt="2019-08-06T00:50:44.003" v="5" actId="680"/>
        <pc:sldMkLst>
          <pc:docMk/>
          <pc:sldMk cId="2731202995" sldId="326"/>
        </pc:sldMkLst>
      </pc:sldChg>
      <pc:sldChg chg="new del">
        <pc:chgData name="Wang Stephen" userId="2033283f466edd32" providerId="LiveId" clId="{ACAAE3CB-A53D-DA45-8E72-C4E8B7E433B7}" dt="2019-08-06T00:50:43.834" v="4" actId="680"/>
        <pc:sldMkLst>
          <pc:docMk/>
          <pc:sldMk cId="2429196661" sldId="327"/>
        </pc:sldMkLst>
      </pc:sldChg>
      <pc:sldChg chg="new del">
        <pc:chgData name="Wang Stephen" userId="2033283f466edd32" providerId="LiveId" clId="{ACAAE3CB-A53D-DA45-8E72-C4E8B7E433B7}" dt="2019-08-06T00:50:43.447" v="3" actId="680"/>
        <pc:sldMkLst>
          <pc:docMk/>
          <pc:sldMk cId="1541427936" sldId="328"/>
        </pc:sldMkLst>
      </pc:sldChg>
    </pc:docChg>
  </pc:docChgLst>
  <pc:docChgLst>
    <pc:chgData name="Wang Stephen" userId="2033283f466edd32" providerId="LiveId" clId="{B7218854-49B5-8B44-84FB-C715EEBE8982}"/>
    <pc:docChg chg="undo modSld">
      <pc:chgData name="Wang Stephen" userId="2033283f466edd32" providerId="LiveId" clId="{B7218854-49B5-8B44-84FB-C715EEBE8982}" dt="2019-08-07T04:44:16.061" v="47" actId="20577"/>
      <pc:docMkLst>
        <pc:docMk/>
      </pc:docMkLst>
      <pc:sldChg chg="modSp">
        <pc:chgData name="Wang Stephen" userId="2033283f466edd32" providerId="LiveId" clId="{B7218854-49B5-8B44-84FB-C715EEBE8982}" dt="2019-07-24T04:47:00.235" v="38" actId="14100"/>
        <pc:sldMkLst>
          <pc:docMk/>
          <pc:sldMk cId="3745752722" sldId="272"/>
        </pc:sldMkLst>
        <pc:spChg chg="mod">
          <ac:chgData name="Wang Stephen" userId="2033283f466edd32" providerId="LiveId" clId="{B7218854-49B5-8B44-84FB-C715EEBE8982}" dt="2019-07-24T04:47:00.235" v="38" actId="14100"/>
          <ac:spMkLst>
            <pc:docMk/>
            <pc:sldMk cId="3745752722" sldId="272"/>
            <ac:spMk id="3" creationId="{62FC2E14-24A9-4C48-BA13-A2E74B0AAD2F}"/>
          </ac:spMkLst>
        </pc:spChg>
      </pc:sldChg>
      <pc:sldChg chg="modSp">
        <pc:chgData name="Wang Stephen" userId="2033283f466edd32" providerId="LiveId" clId="{B7218854-49B5-8B44-84FB-C715EEBE8982}" dt="2019-07-24T04:46:28.372" v="28" actId="20577"/>
        <pc:sldMkLst>
          <pc:docMk/>
          <pc:sldMk cId="2123681697" sldId="282"/>
        </pc:sldMkLst>
        <pc:spChg chg="mod">
          <ac:chgData name="Wang Stephen" userId="2033283f466edd32" providerId="LiveId" clId="{B7218854-49B5-8B44-84FB-C715EEBE8982}" dt="2019-07-24T04:46:28.372" v="28" actId="20577"/>
          <ac:spMkLst>
            <pc:docMk/>
            <pc:sldMk cId="2123681697" sldId="282"/>
            <ac:spMk id="4" creationId="{69C51D9E-F792-4069-A1B7-56FDA6317FEE}"/>
          </ac:spMkLst>
        </pc:spChg>
      </pc:sldChg>
      <pc:sldChg chg="modSp">
        <pc:chgData name="Wang Stephen" userId="2033283f466edd32" providerId="LiveId" clId="{B7218854-49B5-8B44-84FB-C715EEBE8982}" dt="2019-08-07T04:44:16.061" v="47" actId="20577"/>
        <pc:sldMkLst>
          <pc:docMk/>
          <pc:sldMk cId="2669788780" sldId="289"/>
        </pc:sldMkLst>
        <pc:spChg chg="mod">
          <ac:chgData name="Wang Stephen" userId="2033283f466edd32" providerId="LiveId" clId="{B7218854-49B5-8B44-84FB-C715EEBE8982}" dt="2019-08-07T04:44:16.061" v="47" actId="20577"/>
          <ac:spMkLst>
            <pc:docMk/>
            <pc:sldMk cId="2669788780" sldId="289"/>
            <ac:spMk id="5" creationId="{8F0BB745-6BFC-4BD3-A8F0-79829DB68144}"/>
          </ac:spMkLst>
        </pc:spChg>
      </pc:sldChg>
      <pc:sldChg chg="modSp">
        <pc:chgData name="Wang Stephen" userId="2033283f466edd32" providerId="LiveId" clId="{B7218854-49B5-8B44-84FB-C715EEBE8982}" dt="2019-07-24T04:46:53.044" v="36" actId="20577"/>
        <pc:sldMkLst>
          <pc:docMk/>
          <pc:sldMk cId="1573314777" sldId="291"/>
        </pc:sldMkLst>
        <pc:spChg chg="mod">
          <ac:chgData name="Wang Stephen" userId="2033283f466edd32" providerId="LiveId" clId="{B7218854-49B5-8B44-84FB-C715EEBE8982}" dt="2019-07-24T04:46:53.044" v="36" actId="20577"/>
          <ac:spMkLst>
            <pc:docMk/>
            <pc:sldMk cId="1573314777" sldId="291"/>
            <ac:spMk id="2" creationId="{EBC57882-6DB8-42ED-B0D9-DC5BE2F94FD6}"/>
          </ac:spMkLst>
        </pc:spChg>
      </pc:sldChg>
      <pc:sldChg chg="modSp">
        <pc:chgData name="Wang Stephen" userId="2033283f466edd32" providerId="LiveId" clId="{B7218854-49B5-8B44-84FB-C715EEBE8982}" dt="2019-07-24T04:46:50.646" v="29" actId="20577"/>
        <pc:sldMkLst>
          <pc:docMk/>
          <pc:sldMk cId="2410243190" sldId="292"/>
        </pc:sldMkLst>
        <pc:spChg chg="mod">
          <ac:chgData name="Wang Stephen" userId="2033283f466edd32" providerId="LiveId" clId="{B7218854-49B5-8B44-84FB-C715EEBE8982}" dt="2019-07-24T04:46:50.646" v="29" actId="20577"/>
          <ac:spMkLst>
            <pc:docMk/>
            <pc:sldMk cId="2410243190" sldId="292"/>
            <ac:spMk id="4" creationId="{69C51D9E-F792-4069-A1B7-56FDA6317FEE}"/>
          </ac:spMkLst>
        </pc:spChg>
      </pc:sldChg>
      <pc:sldChg chg="modSp">
        <pc:chgData name="Wang Stephen" userId="2033283f466edd32" providerId="LiveId" clId="{B7218854-49B5-8B44-84FB-C715EEBE8982}" dt="2019-07-24T04:46:52.799" v="35" actId="20577"/>
        <pc:sldMkLst>
          <pc:docMk/>
          <pc:sldMk cId="228128581" sldId="293"/>
        </pc:sldMkLst>
        <pc:spChg chg="mod">
          <ac:chgData name="Wang Stephen" userId="2033283f466edd32" providerId="LiveId" clId="{B7218854-49B5-8B44-84FB-C715EEBE8982}" dt="2019-07-24T04:46:52.799" v="35" actId="20577"/>
          <ac:spMkLst>
            <pc:docMk/>
            <pc:sldMk cId="228128581" sldId="293"/>
            <ac:spMk id="2" creationId="{EBC57882-6DB8-42ED-B0D9-DC5BE2F94FD6}"/>
          </ac:spMkLst>
        </pc:spChg>
      </pc:sldChg>
      <pc:sldChg chg="modSp">
        <pc:chgData name="Wang Stephen" userId="2033283f466edd32" providerId="LiveId" clId="{B7218854-49B5-8B44-84FB-C715EEBE8982}" dt="2019-07-24T04:46:52.518" v="34" actId="20577"/>
        <pc:sldMkLst>
          <pc:docMk/>
          <pc:sldMk cId="2915513922" sldId="294"/>
        </pc:sldMkLst>
        <pc:spChg chg="mod">
          <ac:chgData name="Wang Stephen" userId="2033283f466edd32" providerId="LiveId" clId="{B7218854-49B5-8B44-84FB-C715EEBE8982}" dt="2019-07-24T04:46:52.518" v="34" actId="20577"/>
          <ac:spMkLst>
            <pc:docMk/>
            <pc:sldMk cId="2915513922" sldId="294"/>
            <ac:spMk id="2" creationId="{EBC57882-6DB8-42ED-B0D9-DC5BE2F94FD6}"/>
          </ac:spMkLst>
        </pc:spChg>
      </pc:sldChg>
      <pc:sldChg chg="modSp">
        <pc:chgData name="Wang Stephen" userId="2033283f466edd32" providerId="LiveId" clId="{B7218854-49B5-8B44-84FB-C715EEBE8982}" dt="2019-07-24T04:46:51.827" v="33" actId="20577"/>
        <pc:sldMkLst>
          <pc:docMk/>
          <pc:sldMk cId="3846651543" sldId="295"/>
        </pc:sldMkLst>
        <pc:spChg chg="mod">
          <ac:chgData name="Wang Stephen" userId="2033283f466edd32" providerId="LiveId" clId="{B7218854-49B5-8B44-84FB-C715EEBE8982}" dt="2019-07-24T04:46:51.827" v="33" actId="20577"/>
          <ac:spMkLst>
            <pc:docMk/>
            <pc:sldMk cId="3846651543" sldId="295"/>
            <ac:spMk id="2" creationId="{EBC57882-6DB8-42ED-B0D9-DC5BE2F94FD6}"/>
          </ac:spMkLst>
        </pc:spChg>
      </pc:sldChg>
      <pc:sldChg chg="modSp">
        <pc:chgData name="Wang Stephen" userId="2033283f466edd32" providerId="LiveId" clId="{B7218854-49B5-8B44-84FB-C715EEBE8982}" dt="2019-07-24T04:46:51.528" v="32" actId="20577"/>
        <pc:sldMkLst>
          <pc:docMk/>
          <pc:sldMk cId="1375804325" sldId="296"/>
        </pc:sldMkLst>
        <pc:spChg chg="mod">
          <ac:chgData name="Wang Stephen" userId="2033283f466edd32" providerId="LiveId" clId="{B7218854-49B5-8B44-84FB-C715EEBE8982}" dt="2019-07-24T04:46:51.528" v="32" actId="20577"/>
          <ac:spMkLst>
            <pc:docMk/>
            <pc:sldMk cId="1375804325" sldId="296"/>
            <ac:spMk id="2" creationId="{EBC57882-6DB8-42ED-B0D9-DC5BE2F94FD6}"/>
          </ac:spMkLst>
        </pc:spChg>
      </pc:sldChg>
      <pc:sldChg chg="modSp">
        <pc:chgData name="Wang Stephen" userId="2033283f466edd32" providerId="LiveId" clId="{B7218854-49B5-8B44-84FB-C715EEBE8982}" dt="2019-07-24T04:46:50.973" v="30" actId="20577"/>
        <pc:sldMkLst>
          <pc:docMk/>
          <pc:sldMk cId="658229359" sldId="297"/>
        </pc:sldMkLst>
        <pc:spChg chg="mod">
          <ac:chgData name="Wang Stephen" userId="2033283f466edd32" providerId="LiveId" clId="{B7218854-49B5-8B44-84FB-C715EEBE8982}" dt="2019-07-24T04:46:50.973" v="30" actId="20577"/>
          <ac:spMkLst>
            <pc:docMk/>
            <pc:sldMk cId="658229359" sldId="297"/>
            <ac:spMk id="4" creationId="{69C51D9E-F792-4069-A1B7-56FDA6317FEE}"/>
          </ac:spMkLst>
        </pc:spChg>
      </pc:sldChg>
      <pc:sldChg chg="modSp">
        <pc:chgData name="Wang Stephen" userId="2033283f466edd32" providerId="LiveId" clId="{B7218854-49B5-8B44-84FB-C715EEBE8982}" dt="2019-07-24T04:46:51.252" v="31" actId="20577"/>
        <pc:sldMkLst>
          <pc:docMk/>
          <pc:sldMk cId="3467490128" sldId="304"/>
        </pc:sldMkLst>
        <pc:spChg chg="mod">
          <ac:chgData name="Wang Stephen" userId="2033283f466edd32" providerId="LiveId" clId="{B7218854-49B5-8B44-84FB-C715EEBE8982}" dt="2019-07-24T04:46:51.252" v="31" actId="20577"/>
          <ac:spMkLst>
            <pc:docMk/>
            <pc:sldMk cId="3467490128" sldId="304"/>
            <ac:spMk id="2" creationId="{EBC57882-6DB8-42ED-B0D9-DC5BE2F94FD6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3/8/21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1EDE8F-5748-564A-B104-45C8D6344219}" type="slidenum">
              <a:rPr kumimoji="1" lang="zh-CN" altLang="en-US" smtClean="0"/>
              <a:t>6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2666405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71579017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10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24177712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5972450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390303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126408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15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09576488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12945153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09419835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06935704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66231469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29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43519882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30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0092822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829678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3282838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34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84262140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35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0853304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79465618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14777452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65509088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40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90078683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98462089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6100489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44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58235120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45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8024173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6223049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50260180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8173574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98663995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71029149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3422866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39365556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54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2829720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55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06864244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26612789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6363688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7882975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12204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484000" rIns="1404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6557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76837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6" y="1532415"/>
            <a:ext cx="11408409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7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24765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7" y="1532415"/>
            <a:ext cx="11408408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11408408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6538648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814888" y="0"/>
            <a:ext cx="73898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262967" y="1167579"/>
            <a:ext cx="4549775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74179" y="0"/>
            <a:ext cx="7417821" cy="6879660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2782490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99359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400702" cy="88736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241680" y="433468"/>
            <a:ext cx="4516849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16357" y="1532415"/>
            <a:ext cx="6513110" cy="4454837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10839546" y="101089"/>
            <a:ext cx="1245238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3522183"/>
            <a:ext cx="4772203" cy="1227635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Bef>
                <a:spcPts val="500"/>
              </a:spcBef>
              <a:spcAft>
                <a:spcPts val="0"/>
              </a:spcAft>
              <a:buNone/>
              <a:defRPr sz="20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500"/>
              </a:spcBef>
              <a:buNone/>
              <a:defRPr sz="2000" b="0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subtitle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514871" y="2525876"/>
            <a:ext cx="316422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目录页_六项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 userDrawn="1"/>
        </p:nvSpPr>
        <p:spPr>
          <a:xfrm>
            <a:off x="-1" y="0"/>
            <a:ext cx="12192000" cy="48463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/>
          </a:p>
        </p:txBody>
      </p:sp>
      <p:sp>
        <p:nvSpPr>
          <p:cNvPr id="19" name="文本占位符 310"/>
          <p:cNvSpPr>
            <a:spLocks noGrp="1"/>
          </p:cNvSpPr>
          <p:nvPr>
            <p:ph type="body" sz="quarter" idx="10"/>
          </p:nvPr>
        </p:nvSpPr>
        <p:spPr>
          <a:xfrm>
            <a:off x="2301095" y="5187296"/>
            <a:ext cx="7589808" cy="103288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7200" b="1">
                <a:ln w="38100">
                  <a:noFill/>
                </a:ln>
                <a:solidFill>
                  <a:schemeClr val="accent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0" name="文本占位符 310"/>
          <p:cNvSpPr>
            <a:spLocks noGrp="1"/>
          </p:cNvSpPr>
          <p:nvPr>
            <p:ph type="body" sz="quarter" idx="15" hasCustomPrompt="1"/>
          </p:nvPr>
        </p:nvSpPr>
        <p:spPr>
          <a:xfrm>
            <a:off x="981166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1" name="文本占位符 310"/>
          <p:cNvSpPr>
            <a:spLocks noGrp="1"/>
          </p:cNvSpPr>
          <p:nvPr>
            <p:ph type="body" sz="quarter" idx="16"/>
          </p:nvPr>
        </p:nvSpPr>
        <p:spPr>
          <a:xfrm>
            <a:off x="1968718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2" name="文本占位符 310"/>
          <p:cNvSpPr>
            <a:spLocks noGrp="1"/>
          </p:cNvSpPr>
          <p:nvPr>
            <p:ph type="body" sz="quarter" idx="17" hasCustomPrompt="1"/>
          </p:nvPr>
        </p:nvSpPr>
        <p:spPr>
          <a:xfrm>
            <a:off x="4663150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3" name="文本占位符 310"/>
          <p:cNvSpPr>
            <a:spLocks noGrp="1"/>
          </p:cNvSpPr>
          <p:nvPr>
            <p:ph type="body" sz="quarter" idx="18"/>
          </p:nvPr>
        </p:nvSpPr>
        <p:spPr>
          <a:xfrm>
            <a:off x="5650702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4" name="文本占位符 310"/>
          <p:cNvSpPr>
            <a:spLocks noGrp="1"/>
          </p:cNvSpPr>
          <p:nvPr>
            <p:ph type="body" sz="quarter" idx="19" hasCustomPrompt="1"/>
          </p:nvPr>
        </p:nvSpPr>
        <p:spPr>
          <a:xfrm>
            <a:off x="8293172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5" name="文本占位符 310"/>
          <p:cNvSpPr>
            <a:spLocks noGrp="1"/>
          </p:cNvSpPr>
          <p:nvPr>
            <p:ph type="body" sz="quarter" idx="20"/>
          </p:nvPr>
        </p:nvSpPr>
        <p:spPr>
          <a:xfrm>
            <a:off x="9280724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6" name="文本占位符 310"/>
          <p:cNvSpPr>
            <a:spLocks noGrp="1"/>
          </p:cNvSpPr>
          <p:nvPr>
            <p:ph type="body" sz="quarter" idx="21" hasCustomPrompt="1"/>
          </p:nvPr>
        </p:nvSpPr>
        <p:spPr>
          <a:xfrm>
            <a:off x="981166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7" name="文本占位符 310"/>
          <p:cNvSpPr>
            <a:spLocks noGrp="1"/>
          </p:cNvSpPr>
          <p:nvPr>
            <p:ph type="body" sz="quarter" idx="22"/>
          </p:nvPr>
        </p:nvSpPr>
        <p:spPr>
          <a:xfrm>
            <a:off x="1968718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4" name="文本占位符 310"/>
          <p:cNvSpPr>
            <a:spLocks noGrp="1"/>
          </p:cNvSpPr>
          <p:nvPr>
            <p:ph type="body" sz="quarter" idx="23" hasCustomPrompt="1"/>
          </p:nvPr>
        </p:nvSpPr>
        <p:spPr>
          <a:xfrm>
            <a:off x="4663150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5" name="文本占位符 310"/>
          <p:cNvSpPr>
            <a:spLocks noGrp="1"/>
          </p:cNvSpPr>
          <p:nvPr>
            <p:ph type="body" sz="quarter" idx="24"/>
          </p:nvPr>
        </p:nvSpPr>
        <p:spPr>
          <a:xfrm>
            <a:off x="5650702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6" name="文本占位符 310"/>
          <p:cNvSpPr>
            <a:spLocks noGrp="1"/>
          </p:cNvSpPr>
          <p:nvPr>
            <p:ph type="body" sz="quarter" idx="25" hasCustomPrompt="1"/>
          </p:nvPr>
        </p:nvSpPr>
        <p:spPr>
          <a:xfrm>
            <a:off x="8293172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7" name="文本占位符 310"/>
          <p:cNvSpPr>
            <a:spLocks noGrp="1"/>
          </p:cNvSpPr>
          <p:nvPr>
            <p:ph type="body" sz="quarter" idx="26"/>
          </p:nvPr>
        </p:nvSpPr>
        <p:spPr>
          <a:xfrm>
            <a:off x="9280724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7150522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11408407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13741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8" y="1532415"/>
            <a:ext cx="11408407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3/8/21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8" y="1532415"/>
            <a:ext cx="11408407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7559430" cy="592453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6447022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136900" y="433468"/>
            <a:ext cx="3621629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7442318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3894165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6" y="1532415"/>
            <a:ext cx="11408409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6357" y="6172501"/>
            <a:ext cx="803542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59" y="6172501"/>
            <a:ext cx="846000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  <p:sldLayoutId id="2147483769" r:id="rId2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 userDrawn="1"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3/8/21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unimelb.edu.au/zoom" TargetMode="External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hyperlink" Target="https://developer.android.com/guide/topics/ui" TargetMode="Externa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components/activities/intro-activities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0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components/fragments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7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hyperlink" Target="https://developer.android.com/reference/android/view/View.html" TargetMode="Externa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hyperlink" Target="https://developer.android.com/reference/android/view/ViewGroup.html" TargetMode="Externa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topics/ui/layout/linear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topics/ui/layout/relative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reference/android/widget/ListView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4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0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topics/ui/layout/recyclerview" TargetMode="Externa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1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training/wearables" TargetMode="Externa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6.jpe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2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7.xml"/><Relationship Id="rId1" Type="http://schemas.openxmlformats.org/officeDocument/2006/relationships/video" Target="https://www.youtube.com/embed/xoGbnbEM1z0?feature=oembed" TargetMode="External"/><Relationship Id="rId5" Type="http://schemas.openxmlformats.org/officeDocument/2006/relationships/hyperlink" Target="https://developer.android.com/training/wearables/apps/creating" TargetMode="External"/><Relationship Id="rId4" Type="http://schemas.openxmlformats.org/officeDocument/2006/relationships/image" Target="../media/image64.jpe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62FC2E14-24A9-4C48-BA13-A2E74B0AAD2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0062" y="2123791"/>
            <a:ext cx="4772203" cy="1478010"/>
          </a:xfrm>
        </p:spPr>
        <p:txBody>
          <a:bodyPr/>
          <a:lstStyle/>
          <a:p>
            <a:r>
              <a:rPr lang="en-AU" dirty="0"/>
              <a:t>COMP90018</a:t>
            </a:r>
            <a:br>
              <a:rPr lang="en-AU" dirty="0"/>
            </a:br>
            <a:r>
              <a:rPr lang="en-AU" sz="2400" dirty="0"/>
              <a:t>Mobile Computing Systems Programming</a:t>
            </a:r>
            <a:endParaRPr lang="en-AU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361E6A6-BA53-48F9-8469-A76DD198140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437938" y="6172200"/>
            <a:ext cx="754062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</a:t>
            </a:fld>
            <a:endParaRPr lang="en-AU" noProof="0"/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FE6862DE-29D9-4685-93A7-4EBCF50A33F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02DE64EB-6651-40E1-94BC-1E4AF0E80B5C}"/>
              </a:ext>
            </a:extLst>
          </p:cNvPr>
          <p:cNvSpPr txBox="1">
            <a:spLocks/>
          </p:cNvSpPr>
          <p:nvPr/>
        </p:nvSpPr>
        <p:spPr>
          <a:xfrm>
            <a:off x="500061" y="3601801"/>
            <a:ext cx="5190525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2000" b="0" dirty="0"/>
              <a:t>WEEK 2 – UI, Android Wear OS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B96AF29-1204-43DA-B563-F4BDDCBFBD4B}"/>
              </a:ext>
            </a:extLst>
          </p:cNvPr>
          <p:cNvSpPr txBox="1">
            <a:spLocks/>
          </p:cNvSpPr>
          <p:nvPr/>
        </p:nvSpPr>
        <p:spPr>
          <a:xfrm>
            <a:off x="500061" y="4713415"/>
            <a:ext cx="4772203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1400" b="0" dirty="0"/>
              <a:t>Weiwei Jiang</a:t>
            </a:r>
          </a:p>
          <a:p>
            <a:r>
              <a:rPr lang="en-AU" sz="1400" b="0" dirty="0" err="1"/>
              <a:t>weiwei.jiang@student.unimelb.edu.au</a:t>
            </a:r>
            <a:endParaRPr lang="en-AU" sz="1400" b="0" dirty="0"/>
          </a:p>
        </p:txBody>
      </p:sp>
    </p:spTree>
    <p:extLst>
      <p:ext uri="{BB962C8B-B14F-4D97-AF65-F5344CB8AC3E}">
        <p14:creationId xmlns:p14="http://schemas.microsoft.com/office/powerpoint/2010/main" val="37457527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32E0E62D-7610-9A44-B643-D8106BD5A2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Group</a:t>
            </a:r>
            <a:endParaRPr lang="en-CN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645CE92-ACA0-7E49-9C56-75D82F9F4603}"/>
              </a:ext>
            </a:extLst>
          </p:cNvPr>
          <p:cNvSpPr txBox="1"/>
          <p:nvPr/>
        </p:nvSpPr>
        <p:spPr>
          <a:xfrm>
            <a:off x="429135" y="1745208"/>
            <a:ext cx="11079333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Group formation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altLang="zh-CN" sz="2400" dirty="0"/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You should be in a group now.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endParaRPr lang="en-US" altLang="zh-CN" sz="2400" dirty="0"/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If not, please send me an email, I will try to find a group for you. </a:t>
            </a:r>
          </a:p>
          <a:p>
            <a:endParaRPr lang="en-US" altLang="zh-CN" sz="2400" dirty="0"/>
          </a:p>
          <a:p>
            <a:pPr marL="800100" lvl="1" indent="-342900">
              <a:buFont typeface="Arial" panose="020B0604020202020204" pitchFamily="34" charset="0"/>
              <a:buChar char="•"/>
            </a:pPr>
            <a:endParaRPr lang="en-US" altLang="zh-CN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altLang="zh-CN" sz="2400" dirty="0"/>
          </a:p>
          <a:p>
            <a:endParaRPr lang="en-CN" sz="2400" dirty="0"/>
          </a:p>
        </p:txBody>
      </p:sp>
    </p:spTree>
    <p:extLst>
      <p:ext uri="{BB962C8B-B14F-4D97-AF65-F5344CB8AC3E}">
        <p14:creationId xmlns:p14="http://schemas.microsoft.com/office/powerpoint/2010/main" val="579152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53CD36-800F-3547-8626-28620582C7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Zoom</a:t>
            </a:r>
            <a:r>
              <a:rPr lang="zh-CN" altLang="en-US" dirty="0"/>
              <a:t> </a:t>
            </a:r>
            <a:endParaRPr lang="en-CN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CAFF322-410F-1C40-BC27-F8C0C2EBD3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</a:t>
            </a:fld>
            <a:endParaRPr lang="en-AU" noProof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0650157-9997-D249-A41E-227268F11B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3265" y="1359244"/>
            <a:ext cx="4203700" cy="2790867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70A1C097-A493-8A48-8EA3-D16A1E9821A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02200" y="1368467"/>
            <a:ext cx="4203700" cy="2790867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C0717E2-52C2-6C4B-A7E2-3555178A9D2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89880" y="3601137"/>
            <a:ext cx="3492500" cy="2984500"/>
          </a:xfrm>
          <a:prstGeom prst="rect">
            <a:avLst/>
          </a:prstGeom>
        </p:spPr>
      </p:pic>
      <p:sp>
        <p:nvSpPr>
          <p:cNvPr id="9" name="Oval 8">
            <a:extLst>
              <a:ext uri="{FF2B5EF4-FFF2-40B4-BE49-F238E27FC236}">
                <a16:creationId xmlns:a16="http://schemas.microsoft.com/office/drawing/2014/main" id="{EB445FB0-3AA8-C644-BB52-DFC1225A48DF}"/>
              </a:ext>
            </a:extLst>
          </p:cNvPr>
          <p:cNvSpPr/>
          <p:nvPr/>
        </p:nvSpPr>
        <p:spPr>
          <a:xfrm>
            <a:off x="4203700" y="1658367"/>
            <a:ext cx="393700" cy="3937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/>
              <a:t>1</a:t>
            </a:r>
            <a:endParaRPr lang="en-CN" b="1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9C203B5-9625-CF40-B9B7-F0A5419A56C5}"/>
              </a:ext>
            </a:extLst>
          </p:cNvPr>
          <p:cNvSpPr/>
          <p:nvPr/>
        </p:nvSpPr>
        <p:spPr>
          <a:xfrm>
            <a:off x="2990876" y="2158789"/>
            <a:ext cx="1733524" cy="3937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F6DB0DC-23E4-2349-AB8F-355F60DDF89F}"/>
              </a:ext>
            </a:extLst>
          </p:cNvPr>
          <p:cNvSpPr/>
          <p:nvPr/>
        </p:nvSpPr>
        <p:spPr>
          <a:xfrm>
            <a:off x="8407400" y="1747056"/>
            <a:ext cx="393700" cy="3937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/>
              <a:t>2</a:t>
            </a:r>
            <a:endParaRPr lang="en-CN" b="1" dirty="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3B59CD7-48E7-0046-A173-8C2D182E2EC6}"/>
              </a:ext>
            </a:extLst>
          </p:cNvPr>
          <p:cNvSpPr/>
          <p:nvPr/>
        </p:nvSpPr>
        <p:spPr>
          <a:xfrm>
            <a:off x="10960059" y="3683168"/>
            <a:ext cx="393700" cy="3937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/>
              <a:t>3</a:t>
            </a:r>
            <a:endParaRPr lang="en-CN" b="1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EB59C04-8484-234B-A8A8-1D33477405F2}"/>
              </a:ext>
            </a:extLst>
          </p:cNvPr>
          <p:cNvSpPr/>
          <p:nvPr/>
        </p:nvSpPr>
        <p:spPr>
          <a:xfrm>
            <a:off x="362905" y="4449234"/>
            <a:ext cx="768159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400" dirty="0"/>
              <a:t>Zoom domain for University of Melbourne: </a:t>
            </a:r>
            <a:r>
              <a:rPr lang="en-US" altLang="zh-CN" sz="2400" i="1" dirty="0" err="1"/>
              <a:t>unimelb.zoom.us</a:t>
            </a:r>
            <a:endParaRPr lang="en-CN" sz="2400" i="1" dirty="0"/>
          </a:p>
        </p:txBody>
      </p:sp>
    </p:spTree>
    <p:extLst>
      <p:ext uri="{BB962C8B-B14F-4D97-AF65-F5344CB8AC3E}">
        <p14:creationId xmlns:p14="http://schemas.microsoft.com/office/powerpoint/2010/main" val="379436637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B15CA0-B2CB-444A-A207-BB28708B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Zoom</a:t>
            </a:r>
            <a:endParaRPr lang="en-CN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F1483AD-C8EF-114C-B72E-1ECFECBAF2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</a:t>
            </a:fld>
            <a:endParaRPr lang="en-AU" noProof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AA92216-AE68-B545-8175-4D18170DA2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73913" y="1282426"/>
            <a:ext cx="6209146" cy="4517328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3E7C8339-6096-9144-8774-AFD648B5F1D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9954" y="1570182"/>
            <a:ext cx="3479800" cy="2387600"/>
          </a:xfrm>
          <a:prstGeom prst="rect">
            <a:avLst/>
          </a:prstGeom>
        </p:spPr>
      </p:pic>
      <p:sp>
        <p:nvSpPr>
          <p:cNvPr id="8" name="Oval 7">
            <a:extLst>
              <a:ext uri="{FF2B5EF4-FFF2-40B4-BE49-F238E27FC236}">
                <a16:creationId xmlns:a16="http://schemas.microsoft.com/office/drawing/2014/main" id="{28FBB57F-06CB-7B4D-B373-8DC516FB51E0}"/>
              </a:ext>
            </a:extLst>
          </p:cNvPr>
          <p:cNvSpPr/>
          <p:nvPr/>
        </p:nvSpPr>
        <p:spPr>
          <a:xfrm>
            <a:off x="808941" y="1570182"/>
            <a:ext cx="393700" cy="3937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/>
              <a:t>4</a:t>
            </a:r>
            <a:endParaRPr lang="en-CN" b="1" dirty="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4B36918C-4C71-7942-848D-31EAD35082B1}"/>
              </a:ext>
            </a:extLst>
          </p:cNvPr>
          <p:cNvSpPr/>
          <p:nvPr/>
        </p:nvSpPr>
        <p:spPr>
          <a:xfrm>
            <a:off x="10763209" y="1655173"/>
            <a:ext cx="393700" cy="3937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/>
              <a:t>5</a:t>
            </a:r>
            <a:endParaRPr lang="en-CN" b="1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B098979-ED62-A74B-88EA-5470E8D894DC}"/>
              </a:ext>
            </a:extLst>
          </p:cNvPr>
          <p:cNvSpPr/>
          <p:nvPr/>
        </p:nvSpPr>
        <p:spPr>
          <a:xfrm>
            <a:off x="8011026" y="2946400"/>
            <a:ext cx="1831474" cy="4826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</p:spTree>
    <p:extLst>
      <p:ext uri="{BB962C8B-B14F-4D97-AF65-F5344CB8AC3E}">
        <p14:creationId xmlns:p14="http://schemas.microsoft.com/office/powerpoint/2010/main" val="344619527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32E0E62D-7610-9A44-B643-D8106BD5A2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Tips</a:t>
            </a:r>
            <a:r>
              <a:rPr lang="zh-CN" altLang="en-US" dirty="0"/>
              <a:t> </a:t>
            </a:r>
            <a:r>
              <a:rPr lang="en-US" altLang="zh-CN" dirty="0"/>
              <a:t>for</a:t>
            </a:r>
            <a:r>
              <a:rPr lang="zh-CN" altLang="en-US" dirty="0"/>
              <a:t> </a:t>
            </a:r>
            <a:r>
              <a:rPr lang="en-US" altLang="zh-CN" dirty="0"/>
              <a:t>Group</a:t>
            </a:r>
            <a:r>
              <a:rPr lang="zh-CN" altLang="en-US" dirty="0"/>
              <a:t> </a:t>
            </a:r>
            <a:r>
              <a:rPr lang="en-US" altLang="zh-CN" dirty="0"/>
              <a:t>Work</a:t>
            </a:r>
            <a:endParaRPr lang="en-CN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645CE92-ACA0-7E49-9C56-75D82F9F4603}"/>
              </a:ext>
            </a:extLst>
          </p:cNvPr>
          <p:cNvSpPr txBox="1"/>
          <p:nvPr/>
        </p:nvSpPr>
        <p:spPr>
          <a:xfrm>
            <a:off x="467235" y="1282426"/>
            <a:ext cx="11079333" cy="48936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Some tips</a:t>
            </a:r>
            <a:r>
              <a:rPr lang="zh-CN" altLang="en-US" sz="2400" dirty="0"/>
              <a:t> </a:t>
            </a:r>
            <a:r>
              <a:rPr lang="en-US" altLang="zh-CN" sz="2400" dirty="0"/>
              <a:t>for</a:t>
            </a:r>
            <a:r>
              <a:rPr lang="zh-CN" altLang="en-US" sz="2400" dirty="0"/>
              <a:t> </a:t>
            </a:r>
            <a:r>
              <a:rPr lang="en-US" altLang="zh-CN" sz="2400" dirty="0"/>
              <a:t>your</a:t>
            </a:r>
            <a:r>
              <a:rPr lang="zh-CN" altLang="en-US" sz="2400" dirty="0"/>
              <a:t> </a:t>
            </a:r>
            <a:r>
              <a:rPr lang="en-US" altLang="zh-CN" sz="2400" dirty="0"/>
              <a:t>group</a:t>
            </a:r>
            <a:r>
              <a:rPr lang="zh-CN" altLang="en-US" sz="2400" dirty="0"/>
              <a:t> </a:t>
            </a:r>
            <a:r>
              <a:rPr lang="en-US" altLang="zh-CN" sz="2400" dirty="0"/>
              <a:t>work</a:t>
            </a:r>
            <a:r>
              <a:rPr lang="zh-CN" altLang="en-US" sz="2400" dirty="0"/>
              <a:t>  </a:t>
            </a:r>
            <a:endParaRPr lang="en-US" altLang="zh-CN" sz="2400" dirty="0"/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Spend more time on discussing</a:t>
            </a:r>
            <a:r>
              <a:rPr lang="zh-CN" altLang="en-US" sz="2400" dirty="0"/>
              <a:t> </a:t>
            </a:r>
            <a:r>
              <a:rPr lang="en-US" altLang="zh-CN" sz="2400" dirty="0"/>
              <a:t>your</a:t>
            </a:r>
            <a:r>
              <a:rPr lang="zh-CN" altLang="en-US" sz="2400" dirty="0"/>
              <a:t> </a:t>
            </a:r>
            <a:r>
              <a:rPr lang="en-US" altLang="zh-CN" sz="2400" dirty="0"/>
              <a:t>topic</a:t>
            </a:r>
            <a:r>
              <a:rPr lang="zh-CN" altLang="en-US" sz="2400" dirty="0"/>
              <a:t> </a:t>
            </a:r>
            <a:r>
              <a:rPr lang="en-US" altLang="zh-CN" sz="2400" dirty="0"/>
              <a:t>/</a:t>
            </a:r>
            <a:r>
              <a:rPr lang="zh-CN" altLang="en-US" sz="2400" dirty="0"/>
              <a:t> </a:t>
            </a:r>
            <a:r>
              <a:rPr lang="en-US" altLang="zh-CN" sz="2400" dirty="0"/>
              <a:t>tech</a:t>
            </a:r>
            <a:r>
              <a:rPr lang="zh-CN" altLang="en-US" sz="2400" dirty="0"/>
              <a:t> </a:t>
            </a:r>
            <a:r>
              <a:rPr lang="en-US" altLang="zh-CN" sz="2400" dirty="0"/>
              <a:t>stack</a:t>
            </a:r>
            <a:r>
              <a:rPr lang="zh-CN" altLang="en-US" sz="2400" dirty="0"/>
              <a:t> </a:t>
            </a:r>
            <a:endParaRPr lang="en-US" altLang="zh-CN" sz="2400" dirty="0"/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Have</a:t>
            </a:r>
            <a:r>
              <a:rPr lang="zh-CN" altLang="en-US" sz="2400" dirty="0"/>
              <a:t> </a:t>
            </a:r>
            <a:r>
              <a:rPr lang="en-US" altLang="zh-CN" sz="2400" dirty="0"/>
              <a:t>regular</a:t>
            </a:r>
            <a:r>
              <a:rPr lang="zh-CN" altLang="en-US" sz="2400" dirty="0"/>
              <a:t> </a:t>
            </a:r>
            <a:r>
              <a:rPr lang="en-US" altLang="zh-CN" sz="2400" dirty="0"/>
              <a:t>group</a:t>
            </a:r>
            <a:r>
              <a:rPr lang="zh-CN" altLang="en-US" sz="2400" dirty="0"/>
              <a:t> </a:t>
            </a:r>
            <a:r>
              <a:rPr lang="en-US" altLang="zh-CN" sz="2400" dirty="0"/>
              <a:t>meeting</a:t>
            </a:r>
            <a:r>
              <a:rPr lang="zh-CN" altLang="en-US" sz="2400" dirty="0"/>
              <a:t> </a:t>
            </a:r>
            <a:endParaRPr lang="en-US" altLang="zh-CN" sz="2400" dirty="0"/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en-US" altLang="zh-CN" sz="2400" dirty="0" err="1"/>
              <a:t>Unimelb</a:t>
            </a:r>
            <a:r>
              <a:rPr lang="en-US" altLang="zh-CN" sz="2400" dirty="0"/>
              <a:t> students can host zoom meetings on </a:t>
            </a:r>
            <a:r>
              <a:rPr lang="en-US" sz="2400" dirty="0">
                <a:hlinkClick r:id="rId2"/>
              </a:rPr>
              <a:t>https://www.unimelb.edu.au/zoom</a:t>
            </a:r>
            <a:endParaRPr lang="en-US" altLang="zh-CN" sz="2400" dirty="0"/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Consider making a group contract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endParaRPr lang="en-US" altLang="zh-CN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Tools that may help 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Slack 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Microsoft Team 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GitHub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sz="2400" dirty="0"/>
              <a:t>etc.</a:t>
            </a:r>
          </a:p>
          <a:p>
            <a:endParaRPr lang="en-CN" sz="2400" dirty="0"/>
          </a:p>
        </p:txBody>
      </p:sp>
    </p:spTree>
    <p:extLst>
      <p:ext uri="{BB962C8B-B14F-4D97-AF65-F5344CB8AC3E}">
        <p14:creationId xmlns:p14="http://schemas.microsoft.com/office/powerpoint/2010/main" val="426011138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sz="quarter" idx="10"/>
          </p:nvPr>
        </p:nvSpPr>
        <p:spPr>
          <a:xfrm>
            <a:off x="2301096" y="5499220"/>
            <a:ext cx="7589808" cy="768415"/>
          </a:xfrm>
        </p:spPr>
        <p:txBody>
          <a:bodyPr/>
          <a:lstStyle/>
          <a:p>
            <a:r>
              <a:rPr kumimoji="1" lang="en-US" altLang="zh-CN" sz="4800" dirty="0">
                <a:latin typeface="+mj-lt"/>
              </a:rPr>
              <a:t>CONTENTS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9" name="文本占位符 8"/>
          <p:cNvSpPr>
            <a:spLocks noGrp="1"/>
          </p:cNvSpPr>
          <p:nvPr>
            <p:ph type="body" sz="quarter" idx="21"/>
          </p:nvPr>
        </p:nvSpPr>
        <p:spPr>
          <a:xfrm>
            <a:off x="4567214" y="1666124"/>
            <a:ext cx="807865" cy="811792"/>
          </a:xfrm>
        </p:spPr>
        <p:txBody>
          <a:bodyPr/>
          <a:lstStyle/>
          <a:p>
            <a:r>
              <a:rPr kumimoji="1" lang="en-US" altLang="zh-CN" dirty="0">
                <a:latin typeface="+mj-lt"/>
              </a:rPr>
              <a:t>1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22"/>
          </p:nvPr>
        </p:nvSpPr>
        <p:spPr>
          <a:xfrm>
            <a:off x="5554766" y="1833556"/>
            <a:ext cx="2293094" cy="476927"/>
          </a:xfrm>
        </p:spPr>
        <p:txBody>
          <a:bodyPr/>
          <a:lstStyle/>
          <a:p>
            <a:r>
              <a:rPr kumimoji="1" lang="en-AU" altLang="zh-CN" sz="2000" dirty="0">
                <a:latin typeface="+mj-lt"/>
                <a:ea typeface="+mj-ea"/>
              </a:rPr>
              <a:t>User Interface (UI)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  <p:sp>
        <p:nvSpPr>
          <p:cNvPr id="37" name="文本占位符 8">
            <a:extLst>
              <a:ext uri="{FF2B5EF4-FFF2-40B4-BE49-F238E27FC236}">
                <a16:creationId xmlns:a16="http://schemas.microsoft.com/office/drawing/2014/main" id="{04F05CB7-89EA-4D2E-8BB9-B27D73CFBCDA}"/>
              </a:ext>
            </a:extLst>
          </p:cNvPr>
          <p:cNvSpPr txBox="1">
            <a:spLocks/>
          </p:cNvSpPr>
          <p:nvPr/>
        </p:nvSpPr>
        <p:spPr>
          <a:xfrm>
            <a:off x="4567214" y="2617208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dirty="0">
                <a:latin typeface="+mj-lt"/>
              </a:rPr>
              <a:t>2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38" name="文本占位符 9">
            <a:extLst>
              <a:ext uri="{FF2B5EF4-FFF2-40B4-BE49-F238E27FC236}">
                <a16:creationId xmlns:a16="http://schemas.microsoft.com/office/drawing/2014/main" id="{7FDA5153-D6E8-4A90-B298-F985DB716F2B}"/>
              </a:ext>
            </a:extLst>
          </p:cNvPr>
          <p:cNvSpPr txBox="1">
            <a:spLocks/>
          </p:cNvSpPr>
          <p:nvPr/>
        </p:nvSpPr>
        <p:spPr>
          <a:xfrm>
            <a:off x="5554766" y="2784640"/>
            <a:ext cx="4336138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AU" altLang="zh-CN" sz="2000" dirty="0">
                <a:latin typeface="+mj-lt"/>
                <a:ea typeface="+mj-ea"/>
              </a:rPr>
              <a:t>Android Wear OS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060494695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7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</a:t>
            </a:r>
            <a:r>
              <a:rPr lang="en-US" altLang="zh-CN" dirty="0"/>
              <a:t>ser Interface</a:t>
            </a:r>
            <a:endParaRPr lang="en-AU" dirty="0"/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Activity</a:t>
            </a:r>
          </a:p>
        </p:txBody>
      </p:sp>
    </p:spTree>
    <p:extLst>
      <p:ext uri="{BB962C8B-B14F-4D97-AF65-F5344CB8AC3E}">
        <p14:creationId xmlns:p14="http://schemas.microsoft.com/office/powerpoint/2010/main" val="412282642"/>
      </p:ext>
    </p:extLst>
  </p:cSld>
  <p:clrMapOvr>
    <a:masterClrMapping/>
  </p:clrMapOvr>
  <p:transition spd="slow">
    <p:push dir="d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7B4DEE7E-3549-405A-8F18-BB447B2339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User Interface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20352D4-F6DD-4B96-BE50-4A456CE93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8</a:t>
            </a:fld>
            <a:endParaRPr lang="en-AU" noProof="0"/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C98D118B-41E0-453F-9B5E-55B51B677A2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2884094"/>
            <a:ext cx="5400000" cy="1672424"/>
          </a:xfrm>
        </p:spPr>
        <p:txBody>
          <a:bodyPr/>
          <a:lstStyle/>
          <a:p>
            <a:r>
              <a:rPr lang="en-AU" b="1" i="1" dirty="0"/>
              <a:t>User interface </a:t>
            </a:r>
            <a:r>
              <a:rPr lang="en-AU" dirty="0"/>
              <a:t>in Android application is everything that the user can see and interact with.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https://developer.android.com/guide/topics/ui</a:t>
            </a:r>
            <a:endParaRPr lang="en-AU" dirty="0"/>
          </a:p>
        </p:txBody>
      </p:sp>
      <p:pic>
        <p:nvPicPr>
          <p:cNvPr id="1032" name="Picture 8" descr="Related image">
            <a:extLst>
              <a:ext uri="{FF2B5EF4-FFF2-40B4-BE49-F238E27FC236}">
                <a16:creationId xmlns:a16="http://schemas.microsoft.com/office/drawing/2014/main" id="{22FB5D2C-7B1D-43D0-B901-CE36D75EDAD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4" y="2314564"/>
            <a:ext cx="4984056" cy="29904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39726287"/>
      </p:ext>
    </p:extLst>
  </p:cSld>
  <p:clrMapOvr>
    <a:masterClrMapping/>
  </p:clrMapOvr>
  <p:transition spd="slow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Activity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9</a:t>
            </a:fld>
            <a:endParaRPr lang="en-AU" noProof="0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857C19-8D24-4793-9670-E075FDC43D2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82320"/>
            <a:ext cx="5400000" cy="1890287"/>
          </a:xfrm>
        </p:spPr>
        <p:txBody>
          <a:bodyPr/>
          <a:lstStyle/>
          <a:p>
            <a:r>
              <a:rPr lang="en-AU" i="1" dirty="0"/>
              <a:t>An </a:t>
            </a:r>
            <a:r>
              <a:rPr lang="en-AU" b="1" i="1" dirty="0"/>
              <a:t>activity</a:t>
            </a:r>
            <a:r>
              <a:rPr lang="en-AU" i="1" dirty="0"/>
              <a:t> provides the window in which the app draws its </a:t>
            </a:r>
            <a:r>
              <a:rPr lang="en-AU" b="1" i="1" dirty="0"/>
              <a:t>UI</a:t>
            </a:r>
            <a:r>
              <a:rPr lang="en-AU" i="1" dirty="0"/>
              <a:t>. </a:t>
            </a:r>
            <a:endParaRPr lang="en-AU" dirty="0"/>
          </a:p>
          <a:p>
            <a:endParaRPr lang="en-AU" b="1" i="1" dirty="0"/>
          </a:p>
          <a:p>
            <a:r>
              <a:rPr lang="en-AU" dirty="0">
                <a:hlinkClick r:id="rId3"/>
              </a:rPr>
              <a:t>https://developer.android.com/guide/components/activities/intro-activities</a:t>
            </a:r>
            <a:endParaRPr lang="en-AU" b="1" i="1" dirty="0"/>
          </a:p>
        </p:txBody>
      </p:sp>
      <p:pic>
        <p:nvPicPr>
          <p:cNvPr id="13" name="Picture 2" descr="Image result for activity android">
            <a:extLst>
              <a:ext uri="{FF2B5EF4-FFF2-40B4-BE49-F238E27FC236}">
                <a16:creationId xmlns:a16="http://schemas.microsoft.com/office/drawing/2014/main" id="{00D818AA-8648-40B7-9603-325DCF75B88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397161"/>
            <a:ext cx="5400675" cy="2646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40741543"/>
      </p:ext>
    </p:extLst>
  </p:cSld>
  <p:clrMapOvr>
    <a:masterClrMapping/>
  </p:clrMapOvr>
  <p:transition spd="slow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Activity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10</a:t>
            </a:fld>
            <a:endParaRPr lang="en-AU" noProof="0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857C19-8D24-4793-9670-E075FDC43D2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82321"/>
            <a:ext cx="5400000" cy="1683148"/>
          </a:xfrm>
        </p:spPr>
        <p:txBody>
          <a:bodyPr/>
          <a:lstStyle/>
          <a:p>
            <a:r>
              <a:rPr lang="en-AU" dirty="0"/>
              <a:t>Unlike programming paradigms in which apps are launched with a main() method, the Android system </a:t>
            </a:r>
            <a:r>
              <a:rPr lang="en-AU" b="1" i="1" dirty="0"/>
              <a:t>initiates code in an Activity instance </a:t>
            </a:r>
            <a:r>
              <a:rPr lang="en-AU" dirty="0"/>
              <a:t>by </a:t>
            </a:r>
            <a:r>
              <a:rPr lang="en-AU" b="1" i="1" dirty="0"/>
              <a:t>invoking specific </a:t>
            </a:r>
            <a:r>
              <a:rPr lang="en-AU" b="1" i="1" dirty="0" err="1"/>
              <a:t>callback</a:t>
            </a:r>
            <a:r>
              <a:rPr lang="en-AU" b="1" i="1" dirty="0"/>
              <a:t> methods </a:t>
            </a:r>
            <a:r>
              <a:rPr lang="en-AU" dirty="0"/>
              <a:t>that correspond to </a:t>
            </a:r>
            <a:r>
              <a:rPr lang="en-AU" b="1" i="1" dirty="0"/>
              <a:t>specific stages of its lifecycle</a:t>
            </a:r>
            <a:r>
              <a:rPr lang="en-AU" dirty="0"/>
              <a:t>.</a:t>
            </a:r>
            <a:endParaRPr lang="en-AU" b="1" dirty="0"/>
          </a:p>
        </p:txBody>
      </p:sp>
      <p:pic>
        <p:nvPicPr>
          <p:cNvPr id="31747" name="Picture 3" descr="State diagram for an Android Activity Lifecycle.">
            <a:extLst>
              <a:ext uri="{FF2B5EF4-FFF2-40B4-BE49-F238E27FC236}">
                <a16:creationId xmlns:a16="http://schemas.microsoft.com/office/drawing/2014/main" id="{F332FA60-53FB-4E91-B06E-B9A63BE3354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2988" y="1531938"/>
            <a:ext cx="3386525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45848186"/>
      </p:ext>
    </p:extLst>
  </p:cSld>
  <p:clrMapOvr>
    <a:masterClrMapping/>
  </p:clrMapOvr>
  <p:transition spd="slow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Activity – </a:t>
            </a:r>
            <a:r>
              <a:rPr lang="en-AU" dirty="0" err="1"/>
              <a:t>onCreate</a:t>
            </a:r>
            <a:r>
              <a:rPr lang="en-AU" dirty="0"/>
              <a:t>/</a:t>
            </a:r>
            <a:r>
              <a:rPr lang="en-AU" dirty="0" err="1"/>
              <a:t>onDestroy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11</a:t>
            </a:fld>
            <a:endParaRPr lang="en-AU" noProof="0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857C19-8D24-4793-9670-E075FDC43D2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70359"/>
            <a:ext cx="5400000" cy="2499893"/>
          </a:xfrm>
        </p:spPr>
        <p:txBody>
          <a:bodyPr/>
          <a:lstStyle/>
          <a:p>
            <a:r>
              <a:rPr lang="en-AU" dirty="0"/>
              <a:t>The </a:t>
            </a:r>
            <a:r>
              <a:rPr lang="en-AU" b="1" i="1" dirty="0"/>
              <a:t>entire lifetime </a:t>
            </a:r>
            <a:r>
              <a:rPr lang="en-AU" dirty="0"/>
              <a:t>of an activity happens between the first call to </a:t>
            </a:r>
            <a:r>
              <a:rPr lang="en-AU" b="1" i="1" dirty="0" err="1"/>
              <a:t>onCreate</a:t>
            </a:r>
            <a:r>
              <a:rPr lang="en-AU" b="1" i="1" dirty="0"/>
              <a:t>(Bundle) </a:t>
            </a:r>
            <a:r>
              <a:rPr lang="en-AU" dirty="0"/>
              <a:t>through to a single final call to </a:t>
            </a:r>
            <a:r>
              <a:rPr lang="en-AU" b="1" i="1" dirty="0" err="1"/>
              <a:t>onDestroy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An activity will do all </a:t>
            </a:r>
            <a:r>
              <a:rPr lang="en-AU" b="1" i="1" dirty="0"/>
              <a:t>setup of "global" state in </a:t>
            </a:r>
            <a:r>
              <a:rPr lang="en-AU" b="1" i="1" dirty="0" err="1"/>
              <a:t>onCreate</a:t>
            </a:r>
            <a:r>
              <a:rPr lang="en-AU" b="1" i="1" dirty="0"/>
              <a:t>()</a:t>
            </a:r>
            <a:r>
              <a:rPr lang="en-AU" dirty="0"/>
              <a:t>, and </a:t>
            </a:r>
            <a:r>
              <a:rPr lang="en-AU" b="1" i="1" dirty="0"/>
              <a:t>release all remaining resources in </a:t>
            </a:r>
            <a:r>
              <a:rPr lang="en-AU" b="1" i="1" dirty="0" err="1"/>
              <a:t>onDestroy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</p:txBody>
      </p:sp>
      <p:pic>
        <p:nvPicPr>
          <p:cNvPr id="31747" name="Picture 3" descr="State diagram for an Android Activity Lifecycle.">
            <a:extLst>
              <a:ext uri="{FF2B5EF4-FFF2-40B4-BE49-F238E27FC236}">
                <a16:creationId xmlns:a16="http://schemas.microsoft.com/office/drawing/2014/main" id="{F332FA60-53FB-4E91-B06E-B9A63BE3354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2988" y="1531938"/>
            <a:ext cx="3386525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B6A8001A-D2F8-40B1-9F24-4133DAAC9AA5}"/>
              </a:ext>
            </a:extLst>
          </p:cNvPr>
          <p:cNvSpPr/>
          <p:nvPr/>
        </p:nvSpPr>
        <p:spPr>
          <a:xfrm>
            <a:off x="2476870" y="2028811"/>
            <a:ext cx="816746" cy="27938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56B6D0F-E0A8-4275-B6BA-81B8CA560868}"/>
              </a:ext>
            </a:extLst>
          </p:cNvPr>
          <p:cNvSpPr/>
          <p:nvPr/>
        </p:nvSpPr>
        <p:spPr>
          <a:xfrm>
            <a:off x="2476870" y="5119719"/>
            <a:ext cx="816746" cy="27938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24540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Activity – </a:t>
            </a:r>
            <a:r>
              <a:rPr lang="en-AU" dirty="0" err="1"/>
              <a:t>onStart</a:t>
            </a:r>
            <a:r>
              <a:rPr lang="en-AU" dirty="0"/>
              <a:t>/</a:t>
            </a:r>
            <a:r>
              <a:rPr lang="en-AU" dirty="0" err="1"/>
              <a:t>onStop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12</a:t>
            </a:fld>
            <a:endParaRPr lang="en-AU" noProof="0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857C19-8D24-4793-9670-E075FDC43D2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56421"/>
            <a:ext cx="5400000" cy="2527769"/>
          </a:xfrm>
        </p:spPr>
        <p:txBody>
          <a:bodyPr/>
          <a:lstStyle/>
          <a:p>
            <a:r>
              <a:rPr lang="en-AU" dirty="0"/>
              <a:t>The </a:t>
            </a:r>
            <a:r>
              <a:rPr lang="en-AU" b="1" i="1" dirty="0"/>
              <a:t>visible lifetime </a:t>
            </a:r>
            <a:r>
              <a:rPr lang="en-AU" dirty="0"/>
              <a:t>of an activity happens between a call to </a:t>
            </a:r>
            <a:r>
              <a:rPr lang="en-AU" b="1" i="1" dirty="0" err="1"/>
              <a:t>onStart</a:t>
            </a:r>
            <a:r>
              <a:rPr lang="en-AU" b="1" i="1" dirty="0"/>
              <a:t>() </a:t>
            </a:r>
            <a:r>
              <a:rPr lang="en-AU" dirty="0"/>
              <a:t>until a corresponding call to </a:t>
            </a:r>
            <a:r>
              <a:rPr lang="en-AU" b="1" i="1" dirty="0" err="1"/>
              <a:t>onStop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During this time the user can see the activity </a:t>
            </a:r>
            <a:r>
              <a:rPr lang="en-AU" b="1" i="1" dirty="0"/>
              <a:t>on-screen</a:t>
            </a:r>
            <a:r>
              <a:rPr lang="en-AU" dirty="0"/>
              <a:t>, though it </a:t>
            </a:r>
            <a:r>
              <a:rPr lang="en-AU" b="1" i="1" dirty="0"/>
              <a:t>may not be in the foreground </a:t>
            </a:r>
            <a:r>
              <a:rPr lang="en-AU" dirty="0"/>
              <a:t>and interacting with the user. </a:t>
            </a:r>
          </a:p>
        </p:txBody>
      </p:sp>
      <p:pic>
        <p:nvPicPr>
          <p:cNvPr id="31747" name="Picture 3" descr="State diagram for an Android Activity Lifecycle.">
            <a:extLst>
              <a:ext uri="{FF2B5EF4-FFF2-40B4-BE49-F238E27FC236}">
                <a16:creationId xmlns:a16="http://schemas.microsoft.com/office/drawing/2014/main" id="{F332FA60-53FB-4E91-B06E-B9A63BE3354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2988" y="1531938"/>
            <a:ext cx="3386525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E981E15E-FBF8-4197-9613-9103C911ABB3}"/>
              </a:ext>
            </a:extLst>
          </p:cNvPr>
          <p:cNvSpPr/>
          <p:nvPr/>
        </p:nvSpPr>
        <p:spPr>
          <a:xfrm>
            <a:off x="2467993" y="4489404"/>
            <a:ext cx="816746" cy="27938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2EA2F06-361E-46EA-8330-B98EC497EC3B}"/>
              </a:ext>
            </a:extLst>
          </p:cNvPr>
          <p:cNvSpPr/>
          <p:nvPr/>
        </p:nvSpPr>
        <p:spPr>
          <a:xfrm>
            <a:off x="2467993" y="2368596"/>
            <a:ext cx="816746" cy="27938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493728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Activity – </a:t>
            </a:r>
            <a:r>
              <a:rPr lang="en-AU" dirty="0" err="1"/>
              <a:t>onResume</a:t>
            </a:r>
            <a:r>
              <a:rPr lang="en-AU" dirty="0"/>
              <a:t>/</a:t>
            </a:r>
            <a:r>
              <a:rPr lang="en-AU" dirty="0" err="1"/>
              <a:t>onPause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13</a:t>
            </a:fld>
            <a:endParaRPr lang="en-AU" noProof="0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857C19-8D24-4793-9670-E075FDC43D2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551545"/>
            <a:ext cx="5400000" cy="2337521"/>
          </a:xfrm>
        </p:spPr>
        <p:txBody>
          <a:bodyPr/>
          <a:lstStyle/>
          <a:p>
            <a:r>
              <a:rPr lang="en-AU" dirty="0"/>
              <a:t>The </a:t>
            </a:r>
            <a:r>
              <a:rPr lang="en-AU" b="1" i="1" dirty="0"/>
              <a:t>foreground lifetime </a:t>
            </a:r>
            <a:r>
              <a:rPr lang="en-AU" dirty="0"/>
              <a:t>of an activity happens between a call to </a:t>
            </a:r>
            <a:r>
              <a:rPr lang="en-AU" b="1" i="1" dirty="0" err="1"/>
              <a:t>onResume</a:t>
            </a:r>
            <a:r>
              <a:rPr lang="en-AU" b="1" i="1" dirty="0"/>
              <a:t>()</a:t>
            </a:r>
            <a:r>
              <a:rPr lang="en-AU" dirty="0"/>
              <a:t> until a corresponding call to </a:t>
            </a:r>
            <a:r>
              <a:rPr lang="en-AU" b="1" i="1" dirty="0" err="1"/>
              <a:t>onPause</a:t>
            </a:r>
            <a:r>
              <a:rPr lang="en-AU" b="1" i="1" dirty="0"/>
              <a:t>(). </a:t>
            </a:r>
          </a:p>
          <a:p>
            <a:endParaRPr lang="en-AU" dirty="0"/>
          </a:p>
          <a:p>
            <a:r>
              <a:rPr lang="en-AU" dirty="0"/>
              <a:t>During this time the activity is in </a:t>
            </a:r>
            <a:r>
              <a:rPr lang="en-AU" b="1" i="1" dirty="0"/>
              <a:t>visible, active and interacting</a:t>
            </a:r>
            <a:r>
              <a:rPr lang="en-AU" dirty="0"/>
              <a:t> with the user.</a:t>
            </a:r>
          </a:p>
        </p:txBody>
      </p:sp>
      <p:pic>
        <p:nvPicPr>
          <p:cNvPr id="31747" name="Picture 3" descr="State diagram for an Android Activity Lifecycle.">
            <a:extLst>
              <a:ext uri="{FF2B5EF4-FFF2-40B4-BE49-F238E27FC236}">
                <a16:creationId xmlns:a16="http://schemas.microsoft.com/office/drawing/2014/main" id="{F332FA60-53FB-4E91-B06E-B9A63BE3354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2988" y="1531938"/>
            <a:ext cx="3386525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D062ABE9-3A16-4E06-94E1-47307A06FF66}"/>
              </a:ext>
            </a:extLst>
          </p:cNvPr>
          <p:cNvSpPr/>
          <p:nvPr/>
        </p:nvSpPr>
        <p:spPr>
          <a:xfrm>
            <a:off x="2450237" y="3850212"/>
            <a:ext cx="816746" cy="27938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7A4E8A8-1889-4609-B73A-905626434E1D}"/>
              </a:ext>
            </a:extLst>
          </p:cNvPr>
          <p:cNvSpPr/>
          <p:nvPr/>
        </p:nvSpPr>
        <p:spPr>
          <a:xfrm>
            <a:off x="2450237" y="2728404"/>
            <a:ext cx="816746" cy="27938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35937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14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</a:t>
            </a:r>
            <a:r>
              <a:rPr lang="en-US" altLang="zh-CN" dirty="0"/>
              <a:t>ser Interface</a:t>
            </a:r>
            <a:endParaRPr lang="en-AU" dirty="0"/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Fragment</a:t>
            </a:r>
          </a:p>
        </p:txBody>
      </p:sp>
    </p:spTree>
    <p:extLst>
      <p:ext uri="{BB962C8B-B14F-4D97-AF65-F5344CB8AC3E}">
        <p14:creationId xmlns:p14="http://schemas.microsoft.com/office/powerpoint/2010/main" val="1998235478"/>
      </p:ext>
    </p:extLst>
  </p:cSld>
  <p:clrMapOvr>
    <a:masterClrMapping/>
  </p:clrMapOvr>
  <p:transition spd="slow">
    <p:push dir="d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Fragment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15</a:t>
            </a:fld>
            <a:endParaRPr lang="en-AU" noProof="0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D9F0459-AF8F-42CA-B342-B265DEB0451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895061"/>
            <a:ext cx="5400000" cy="3376936"/>
          </a:xfrm>
        </p:spPr>
        <p:txBody>
          <a:bodyPr/>
          <a:lstStyle/>
          <a:p>
            <a:r>
              <a:rPr lang="en-AU" dirty="0"/>
              <a:t>A Fragment represents </a:t>
            </a:r>
            <a:r>
              <a:rPr lang="en-AU" b="1" i="1" dirty="0"/>
              <a:t>a behaviour or a portion of user interface</a:t>
            </a:r>
            <a:r>
              <a:rPr lang="en-AU" dirty="0"/>
              <a:t> in a </a:t>
            </a:r>
            <a:r>
              <a:rPr lang="en-AU" i="1" dirty="0" err="1"/>
              <a:t>FragmentActivity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You can </a:t>
            </a:r>
            <a:r>
              <a:rPr lang="en-AU" b="1" i="1" dirty="0"/>
              <a:t>combine multiple fragments in a single activity</a:t>
            </a:r>
            <a:r>
              <a:rPr lang="en-AU" dirty="0"/>
              <a:t> to build a multi-pane UI and </a:t>
            </a:r>
            <a:r>
              <a:rPr lang="en-AU" b="1" i="1" dirty="0"/>
              <a:t>reuse a fragment in multiple activities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https://developer.android.com/guide/components/fragments</a:t>
            </a:r>
            <a:endParaRPr lang="en-AU" dirty="0"/>
          </a:p>
        </p:txBody>
      </p:sp>
      <p:pic>
        <p:nvPicPr>
          <p:cNvPr id="35842" name="Picture 2" descr="Related image">
            <a:extLst>
              <a:ext uri="{FF2B5EF4-FFF2-40B4-BE49-F238E27FC236}">
                <a16:creationId xmlns:a16="http://schemas.microsoft.com/office/drawing/2014/main" id="{89FF7E7C-133D-44A8-9A9A-37486930C5D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34" y="2049590"/>
            <a:ext cx="4395240" cy="30678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95910166"/>
      </p:ext>
    </p:extLst>
  </p:cSld>
  <p:clrMapOvr>
    <a:masterClrMapping/>
  </p:clrMapOvr>
  <p:transition spd="slow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Fragment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16</a:t>
            </a:fld>
            <a:endParaRPr lang="en-AU" noProof="0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D9F0459-AF8F-42CA-B342-B265DEB0451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76709"/>
            <a:ext cx="5400000" cy="1904582"/>
          </a:xfrm>
        </p:spPr>
        <p:txBody>
          <a:bodyPr/>
          <a:lstStyle/>
          <a:p>
            <a:r>
              <a:rPr lang="en-AU" dirty="0"/>
              <a:t>You can think of a fragment as </a:t>
            </a:r>
            <a:r>
              <a:rPr lang="en-AU" b="1" i="1" dirty="0"/>
              <a:t>a modular section </a:t>
            </a:r>
            <a:r>
              <a:rPr lang="en-AU" dirty="0"/>
              <a:t>of an activity, which </a:t>
            </a:r>
            <a:r>
              <a:rPr lang="en-AU" i="1" dirty="0"/>
              <a:t>has its own lifecycle, receives its own input events, </a:t>
            </a:r>
            <a:r>
              <a:rPr lang="en-AU" dirty="0"/>
              <a:t>and which you can </a:t>
            </a:r>
            <a:r>
              <a:rPr lang="en-AU" i="1" dirty="0"/>
              <a:t>add or remove while the activity is running </a:t>
            </a:r>
            <a:r>
              <a:rPr lang="en-AU" dirty="0"/>
              <a:t>(sort of like a "sub activity" that you can reuse in different activities).</a:t>
            </a:r>
          </a:p>
        </p:txBody>
      </p:sp>
      <p:pic>
        <p:nvPicPr>
          <p:cNvPr id="37890" name="Picture 2" descr="https://developer.android.com/images/fragment_lifecycle.png">
            <a:extLst>
              <a:ext uri="{FF2B5EF4-FFF2-40B4-BE49-F238E27FC236}">
                <a16:creationId xmlns:a16="http://schemas.microsoft.com/office/drawing/2014/main" id="{31BA4DDC-F683-4324-B4BA-ED75F31AF9F0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7227" y="1531938"/>
            <a:ext cx="1638046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21086470"/>
      </p:ext>
    </p:extLst>
  </p:cSld>
  <p:clrMapOvr>
    <a:masterClrMapping/>
  </p:clrMapOvr>
  <p:transition spd="slow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Fragment – adding a Fragment to an Activity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17</a:t>
            </a:fld>
            <a:endParaRPr lang="en-AU" noProof="0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D9F0459-AF8F-42CA-B342-B265DEB0451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953544"/>
            <a:ext cx="5400000" cy="1509365"/>
          </a:xfrm>
        </p:spPr>
        <p:txBody>
          <a:bodyPr/>
          <a:lstStyle/>
          <a:p>
            <a:r>
              <a:rPr lang="en-AU" b="1" i="1" dirty="0"/>
              <a:t>Declare the fragment inside the activity's layout file(XML)</a:t>
            </a:r>
          </a:p>
          <a:p>
            <a:pPr marL="342900" indent="-342900">
              <a:buFontTx/>
              <a:buChar char="-"/>
            </a:pPr>
            <a:r>
              <a:rPr lang="en-AU" dirty="0"/>
              <a:t>In this case, you can specify layout properties for the fragment as if it were a view. 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33D0BC3E-1DB8-47ED-A655-B5281754732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182688" y="2953544"/>
            <a:ext cx="3667125" cy="1533525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16D24313-DE4E-4DE2-9AF4-490CA224BA21}"/>
              </a:ext>
            </a:extLst>
          </p:cNvPr>
          <p:cNvSpPr/>
          <p:nvPr/>
        </p:nvSpPr>
        <p:spPr>
          <a:xfrm>
            <a:off x="1182688" y="2977865"/>
            <a:ext cx="3667125" cy="148504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928608"/>
      </p:ext>
    </p:extLst>
  </p:cSld>
  <p:clrMapOvr>
    <a:masterClrMapping/>
  </p:clrMapOvr>
  <p:transition spd="slow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Fragment – adding a Fragment to an Activity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18</a:t>
            </a:fld>
            <a:endParaRPr lang="en-AU" noProof="0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D9F0459-AF8F-42CA-B342-B265DEB0451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953544"/>
            <a:ext cx="5400000" cy="1509365"/>
          </a:xfrm>
        </p:spPr>
        <p:txBody>
          <a:bodyPr/>
          <a:lstStyle/>
          <a:p>
            <a:r>
              <a:rPr lang="en-AU" b="1" i="1" dirty="0"/>
              <a:t>Programmatically add the fragment to an existing </a:t>
            </a:r>
            <a:r>
              <a:rPr lang="en-AU" b="1" i="1" dirty="0" err="1"/>
              <a:t>ViewGroup</a:t>
            </a:r>
            <a:endParaRPr lang="en-AU" b="1" i="1" dirty="0"/>
          </a:p>
          <a:p>
            <a:pPr marL="342900" indent="-342900">
              <a:buFontTx/>
              <a:buChar char="-"/>
            </a:pPr>
            <a:r>
              <a:rPr lang="en-AU" dirty="0"/>
              <a:t>At any time while your activity is running, you can add fragments to your activity layout.</a:t>
            </a:r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2456739C-FEDC-4ADF-922B-B06B2743809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2066173"/>
            <a:ext cx="5400675" cy="3308266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6FD181DE-B884-4330-9BB6-593FE16A3980}"/>
              </a:ext>
            </a:extLst>
          </p:cNvPr>
          <p:cNvSpPr/>
          <p:nvPr/>
        </p:nvSpPr>
        <p:spPr>
          <a:xfrm>
            <a:off x="519989" y="3429000"/>
            <a:ext cx="5090698" cy="140933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5635200"/>
      </p:ext>
    </p:extLst>
  </p:cSld>
  <p:clrMapOvr>
    <a:masterClrMapping/>
  </p:clrMapOvr>
  <p:transition spd="slow">
    <p:push dir="u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Fragment – template project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19</a:t>
            </a:fld>
            <a:endParaRPr lang="en-AU" noProof="0" dirty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390D0CCB-FAEB-9A4F-B30E-E9AE7FCEB4C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8765" y="1585756"/>
            <a:ext cx="6244952" cy="4510243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CCE93666-3B60-6F44-90D2-A7ACFDC68F0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603" y="1868641"/>
            <a:ext cx="2212927" cy="39444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4838151"/>
      </p:ext>
    </p:extLst>
  </p:cSld>
  <p:clrMapOvr>
    <a:masterClrMapping/>
  </p:clrMapOvr>
  <p:transition spd="slow">
    <p:push dir="u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20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User Interface</a:t>
            </a:r>
          </a:p>
        </p:txBody>
      </p:sp>
    </p:spTree>
    <p:extLst>
      <p:ext uri="{BB962C8B-B14F-4D97-AF65-F5344CB8AC3E}">
        <p14:creationId xmlns:p14="http://schemas.microsoft.com/office/powerpoint/2010/main" val="3142967190"/>
      </p:ext>
    </p:extLst>
  </p:cSld>
  <p:clrMapOvr>
    <a:masterClrMapping/>
  </p:clrMapOvr>
  <p:transition spd="slow">
    <p:push dir="d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User Interface – Layout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21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E8CD195-2F4D-478A-BEBE-6338361B6D8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76607"/>
            <a:ext cx="5400000" cy="1887397"/>
          </a:xfrm>
        </p:spPr>
        <p:txBody>
          <a:bodyPr/>
          <a:lstStyle/>
          <a:p>
            <a:r>
              <a:rPr lang="en-AU" dirty="0"/>
              <a:t>A </a:t>
            </a:r>
            <a:r>
              <a:rPr lang="en-AU" b="1" i="1" dirty="0"/>
              <a:t>layout</a:t>
            </a:r>
            <a:r>
              <a:rPr lang="en-AU" dirty="0"/>
              <a:t> defines the</a:t>
            </a:r>
            <a:r>
              <a:rPr lang="en-AU" b="1" i="1" dirty="0"/>
              <a:t> structure for a user interface </a:t>
            </a:r>
            <a:r>
              <a:rPr lang="en-AU" dirty="0"/>
              <a:t>in your app, such as in an activity.</a:t>
            </a:r>
          </a:p>
          <a:p>
            <a:endParaRPr lang="en-AU" dirty="0"/>
          </a:p>
          <a:p>
            <a:r>
              <a:rPr lang="en-AU" dirty="0"/>
              <a:t> All elements in the layout are built using a hierarchy of </a:t>
            </a:r>
            <a:r>
              <a:rPr lang="en-AU" b="1" i="1" dirty="0"/>
              <a:t>View</a:t>
            </a:r>
            <a:r>
              <a:rPr lang="en-AU" dirty="0"/>
              <a:t> and </a:t>
            </a:r>
            <a:r>
              <a:rPr lang="en-AU" b="1" i="1" dirty="0" err="1"/>
              <a:t>ViewGroup</a:t>
            </a:r>
            <a:r>
              <a:rPr lang="en-AU" dirty="0"/>
              <a:t> objects.</a:t>
            </a:r>
          </a:p>
        </p:txBody>
      </p:sp>
      <p:pic>
        <p:nvPicPr>
          <p:cNvPr id="2050" name="Picture 2" descr="https://developer.android.com/images/viewgroup_2x.png">
            <a:extLst>
              <a:ext uri="{FF2B5EF4-FFF2-40B4-BE49-F238E27FC236}">
                <a16:creationId xmlns:a16="http://schemas.microsoft.com/office/drawing/2014/main" id="{DE61E2CC-1B43-4979-90B1-EF1B8712A2D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537677"/>
            <a:ext cx="5400675" cy="23652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01805581"/>
      </p:ext>
    </p:extLst>
  </p:cSld>
  <p:clrMapOvr>
    <a:masterClrMapping/>
  </p:clrMapOvr>
  <p:transition spd="slow">
    <p:push dir="u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User Interface – View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22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E8CD195-2F4D-478A-BEBE-6338361B6D8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48834"/>
            <a:ext cx="5400000" cy="2557259"/>
          </a:xfrm>
        </p:spPr>
        <p:txBody>
          <a:bodyPr/>
          <a:lstStyle/>
          <a:p>
            <a:r>
              <a:rPr lang="en-AU" dirty="0"/>
              <a:t>A </a:t>
            </a:r>
            <a:r>
              <a:rPr lang="en-AU" b="1" i="1" dirty="0"/>
              <a:t>View</a:t>
            </a:r>
            <a:r>
              <a:rPr lang="en-AU" dirty="0"/>
              <a:t> usually draws something the </a:t>
            </a:r>
            <a:r>
              <a:rPr lang="en-AU" i="1" dirty="0"/>
              <a:t>user can see and interact with</a:t>
            </a:r>
            <a:r>
              <a:rPr lang="en-AU" dirty="0"/>
              <a:t>. The </a:t>
            </a:r>
            <a:r>
              <a:rPr lang="en-AU" b="1" i="1" dirty="0"/>
              <a:t>View </a:t>
            </a:r>
            <a:r>
              <a:rPr lang="en-AU" dirty="0"/>
              <a:t>objects</a:t>
            </a:r>
            <a:r>
              <a:rPr lang="en-AU" b="1" i="1" dirty="0"/>
              <a:t> </a:t>
            </a:r>
            <a:r>
              <a:rPr lang="en-AU" dirty="0"/>
              <a:t>are usually called "</a:t>
            </a:r>
            <a:r>
              <a:rPr lang="en-AU" b="1" i="1" dirty="0"/>
              <a:t>widgets</a:t>
            </a:r>
            <a:r>
              <a:rPr lang="en-AU" dirty="0"/>
              <a:t>" and can be one of many subclasses, such as </a:t>
            </a:r>
            <a:r>
              <a:rPr lang="en-AU" i="1" u="sng" dirty="0"/>
              <a:t>Button</a:t>
            </a:r>
            <a:r>
              <a:rPr lang="en-AU" i="1" dirty="0"/>
              <a:t> </a:t>
            </a:r>
            <a:r>
              <a:rPr lang="en-AU" dirty="0"/>
              <a:t>or</a:t>
            </a:r>
            <a:r>
              <a:rPr lang="en-AU" i="1" dirty="0"/>
              <a:t> </a:t>
            </a:r>
            <a:r>
              <a:rPr lang="en-AU" i="1" u="sng" dirty="0" err="1"/>
              <a:t>TextView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https://developer.android.com/reference/android/view/View.html</a:t>
            </a:r>
            <a:endParaRPr lang="en-AU" dirty="0"/>
          </a:p>
        </p:txBody>
      </p:sp>
      <p:pic>
        <p:nvPicPr>
          <p:cNvPr id="3074" name="Picture 2" descr="Related image">
            <a:extLst>
              <a:ext uri="{FF2B5EF4-FFF2-40B4-BE49-F238E27FC236}">
                <a16:creationId xmlns:a16="http://schemas.microsoft.com/office/drawing/2014/main" id="{55D213BE-0B62-4867-B185-DB4ACBB33D95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3493" y="1531938"/>
            <a:ext cx="3085515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4531288"/>
      </p:ext>
    </p:extLst>
  </p:cSld>
  <p:clrMapOvr>
    <a:masterClrMapping/>
  </p:clrMapOvr>
  <p:transition spd="slow">
    <p:push dir="u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User Interface – </a:t>
            </a:r>
            <a:r>
              <a:rPr lang="en-AU" dirty="0" err="1"/>
              <a:t>ViewGroup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23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E8CD195-2F4D-478A-BEBE-6338361B6D8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28353"/>
            <a:ext cx="5400000" cy="2183906"/>
          </a:xfrm>
        </p:spPr>
        <p:txBody>
          <a:bodyPr/>
          <a:lstStyle/>
          <a:p>
            <a:r>
              <a:rPr lang="en-AU" dirty="0"/>
              <a:t>A </a:t>
            </a:r>
            <a:r>
              <a:rPr lang="en-AU" b="1" i="1" dirty="0" err="1"/>
              <a:t>ViewGroup</a:t>
            </a:r>
            <a:r>
              <a:rPr lang="en-AU" dirty="0"/>
              <a:t> is an invisible container that defines the layout structure for </a:t>
            </a:r>
            <a:r>
              <a:rPr lang="en-AU" b="1" i="1" dirty="0"/>
              <a:t>View</a:t>
            </a:r>
            <a:r>
              <a:rPr lang="en-AU" dirty="0"/>
              <a:t> and other </a:t>
            </a:r>
            <a:r>
              <a:rPr lang="en-AU" b="1" i="1" dirty="0" err="1"/>
              <a:t>ViewGroup</a:t>
            </a:r>
            <a:r>
              <a:rPr lang="en-AU" dirty="0"/>
              <a:t> objects.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https://developer.android.com/reference/android/view/ViewGroup.html</a:t>
            </a:r>
            <a:endParaRPr lang="en-AU" dirty="0"/>
          </a:p>
        </p:txBody>
      </p:sp>
      <p:pic>
        <p:nvPicPr>
          <p:cNvPr id="17" name="Picture 2" descr="https://developer.android.com/images/layoutparams.png">
            <a:extLst>
              <a:ext uri="{FF2B5EF4-FFF2-40B4-BE49-F238E27FC236}">
                <a16:creationId xmlns:a16="http://schemas.microsoft.com/office/drawing/2014/main" id="{9F55E32F-7717-40D4-838F-574962B9A706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459252"/>
            <a:ext cx="5400675" cy="25221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14816989"/>
      </p:ext>
    </p:extLst>
  </p:cSld>
  <p:clrMapOvr>
    <a:masterClrMapping/>
  </p:clrMapOvr>
  <p:transition spd="slow">
    <p:push dir="u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User Interface – </a:t>
            </a:r>
            <a:r>
              <a:rPr lang="en-AU" dirty="0" err="1"/>
              <a:t>ViewGroup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24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E8CD195-2F4D-478A-BEBE-6338361B6D8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09817" y="3145686"/>
            <a:ext cx="5400000" cy="1518570"/>
          </a:xfrm>
        </p:spPr>
        <p:txBody>
          <a:bodyPr/>
          <a:lstStyle/>
          <a:p>
            <a:r>
              <a:rPr lang="en-AU" dirty="0"/>
              <a:t>The </a:t>
            </a:r>
            <a:r>
              <a:rPr lang="en-AU" b="1" i="1" dirty="0" err="1"/>
              <a:t>ViewGroup</a:t>
            </a:r>
            <a:r>
              <a:rPr lang="en-AU" dirty="0"/>
              <a:t> objects are usually called "</a:t>
            </a:r>
            <a:r>
              <a:rPr lang="en-AU" b="1" i="1" dirty="0"/>
              <a:t>layouts</a:t>
            </a:r>
            <a:r>
              <a:rPr lang="en-AU" dirty="0"/>
              <a:t>" can be one of many types that provide a different layout </a:t>
            </a:r>
            <a:r>
              <a:rPr lang="en-AU" b="1" i="1" dirty="0"/>
              <a:t>structure</a:t>
            </a:r>
            <a:r>
              <a:rPr lang="en-AU" dirty="0"/>
              <a:t>, such as </a:t>
            </a:r>
            <a:r>
              <a:rPr lang="en-AU" i="1" u="sng" dirty="0" err="1"/>
              <a:t>LinearLayout</a:t>
            </a:r>
            <a:r>
              <a:rPr lang="en-AU" dirty="0"/>
              <a:t> or </a:t>
            </a:r>
            <a:r>
              <a:rPr lang="en-AU" i="1" u="sng" dirty="0" err="1"/>
              <a:t>ConstraintLayout</a:t>
            </a:r>
            <a:r>
              <a:rPr lang="en-AU" dirty="0"/>
              <a:t> .</a:t>
            </a:r>
          </a:p>
        </p:txBody>
      </p:sp>
      <p:pic>
        <p:nvPicPr>
          <p:cNvPr id="4111" name="Picture 15" descr="Image result for layouts android">
            <a:extLst>
              <a:ext uri="{FF2B5EF4-FFF2-40B4-BE49-F238E27FC236}">
                <a16:creationId xmlns:a16="http://schemas.microsoft.com/office/drawing/2014/main" id="{F81436C4-F186-46F8-A699-884CDD9B3A56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012673"/>
            <a:ext cx="5400675" cy="3415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8812449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User Interface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Declare Layouts</a:t>
            </a:r>
          </a:p>
          <a:p>
            <a:endParaRPr lang="en-AU" sz="2400" b="0" i="1" dirty="0"/>
          </a:p>
        </p:txBody>
      </p:sp>
    </p:spTree>
    <p:extLst>
      <p:ext uri="{BB962C8B-B14F-4D97-AF65-F5344CB8AC3E}">
        <p14:creationId xmlns:p14="http://schemas.microsoft.com/office/powerpoint/2010/main" val="3036675445"/>
      </p:ext>
    </p:extLst>
  </p:cSld>
  <p:clrMapOvr>
    <a:masterClrMapping/>
  </p:clrMapOvr>
  <p:transition spd="slow">
    <p:push dir="d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Declare a layout (XML)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26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2913444"/>
            <a:ext cx="5400000" cy="1628035"/>
          </a:xfrm>
        </p:spPr>
        <p:txBody>
          <a:bodyPr/>
          <a:lstStyle/>
          <a:p>
            <a:r>
              <a:rPr lang="en-AU" b="1" i="1" dirty="0"/>
              <a:t>Declare UI elements in XML </a:t>
            </a:r>
          </a:p>
          <a:p>
            <a:r>
              <a:rPr lang="en-AU" dirty="0"/>
              <a:t>Android provides a straightforward </a:t>
            </a:r>
            <a:r>
              <a:rPr lang="en-AU" b="1" dirty="0"/>
              <a:t>XML</a:t>
            </a:r>
            <a:r>
              <a:rPr lang="en-AU" dirty="0"/>
              <a:t> vocabulary that corresponds to the View classes and subclasses,</a:t>
            </a:r>
            <a:r>
              <a:rPr lang="zh-CN" altLang="en-US" dirty="0"/>
              <a:t> </a:t>
            </a:r>
            <a:r>
              <a:rPr lang="en-AU" altLang="zh-CN" dirty="0"/>
              <a:t>such as those for widgets and layouts.</a:t>
            </a:r>
            <a:endParaRPr lang="en-AU" dirty="0"/>
          </a:p>
          <a:p>
            <a:endParaRPr lang="en-AU" dirty="0"/>
          </a:p>
          <a:p>
            <a:endParaRPr lang="en-AU" dirty="0"/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82FD9797-CFAD-4144-9B2F-18B90C940C8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68482" y="1955662"/>
            <a:ext cx="5827518" cy="35436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871434"/>
      </p:ext>
    </p:extLst>
  </p:cSld>
  <p:clrMapOvr>
    <a:masterClrMapping/>
  </p:clrMapOvr>
  <p:transition spd="slow">
    <p:push dir="u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Declare a layout (Runtime)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27</a:t>
            </a:fld>
            <a:endParaRPr lang="en-AU" noProof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AF259EA8-2B0D-4D4D-A4B1-C55677C907D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96000" y="4594862"/>
            <a:ext cx="5400000" cy="1565892"/>
          </a:xfrm>
        </p:spPr>
        <p:txBody>
          <a:bodyPr/>
          <a:lstStyle/>
          <a:p>
            <a:r>
              <a:rPr lang="en-AU" b="1" i="1" dirty="0"/>
              <a:t>Instantiate layout elements at runtime</a:t>
            </a:r>
          </a:p>
          <a:p>
            <a:r>
              <a:rPr lang="en-AU" dirty="0"/>
              <a:t>Your app can create View and </a:t>
            </a:r>
            <a:r>
              <a:rPr lang="en-AU" dirty="0" err="1"/>
              <a:t>ViewGroup</a:t>
            </a:r>
            <a:r>
              <a:rPr lang="en-AU" dirty="0"/>
              <a:t> objects (and manipulate their properties) programmatically.</a:t>
            </a:r>
          </a:p>
          <a:p>
            <a:endParaRPr lang="en-AU" dirty="0"/>
          </a:p>
        </p:txBody>
      </p:sp>
      <p:pic>
        <p:nvPicPr>
          <p:cNvPr id="29" name="Content Placeholder 28">
            <a:extLst>
              <a:ext uri="{FF2B5EF4-FFF2-40B4-BE49-F238E27FC236}">
                <a16:creationId xmlns:a16="http://schemas.microsoft.com/office/drawing/2014/main" id="{D82DDD40-FEF0-4D9D-B376-2C52A8DB04C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96000" y="1671466"/>
            <a:ext cx="5191340" cy="2534355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5CDCB8E4-A15C-43D1-A2AF-955ADF3947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47514" y="716455"/>
            <a:ext cx="2712545" cy="54250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0282316"/>
      </p:ext>
    </p:extLst>
  </p:cSld>
  <p:clrMapOvr>
    <a:masterClrMapping/>
  </p:clrMapOvr>
  <p:transition spd="slow">
    <p:push dir="u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28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User Interface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Linear Layout and Relative Layout</a:t>
            </a:r>
          </a:p>
        </p:txBody>
      </p:sp>
    </p:spTree>
    <p:extLst>
      <p:ext uri="{BB962C8B-B14F-4D97-AF65-F5344CB8AC3E}">
        <p14:creationId xmlns:p14="http://schemas.microsoft.com/office/powerpoint/2010/main" val="2123681697"/>
      </p:ext>
    </p:extLst>
  </p:cSld>
  <p:clrMapOvr>
    <a:masterClrMapping/>
  </p:clrMapOvr>
  <p:transition spd="slow">
    <p:push dir="d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Linear Layout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29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207835"/>
            <a:ext cx="5400000" cy="3039256"/>
          </a:xfrm>
        </p:spPr>
        <p:txBody>
          <a:bodyPr/>
          <a:lstStyle/>
          <a:p>
            <a:r>
              <a:rPr lang="en-AU" b="1" i="1" dirty="0"/>
              <a:t>Linear Layout</a:t>
            </a:r>
          </a:p>
          <a:p>
            <a:r>
              <a:rPr lang="en-AU" dirty="0"/>
              <a:t>A layout that organizes its children into a </a:t>
            </a:r>
            <a:r>
              <a:rPr lang="en-AU" b="1" dirty="0"/>
              <a:t>single</a:t>
            </a:r>
            <a:r>
              <a:rPr lang="en-AU" dirty="0"/>
              <a:t> </a:t>
            </a:r>
            <a:r>
              <a:rPr lang="en-AU" b="1" i="1" dirty="0"/>
              <a:t>horizontal</a:t>
            </a:r>
            <a:r>
              <a:rPr lang="en-AU" dirty="0"/>
              <a:t> or </a:t>
            </a:r>
            <a:r>
              <a:rPr lang="en-AU" b="1" i="1" dirty="0"/>
              <a:t>vertical</a:t>
            </a:r>
            <a:r>
              <a:rPr lang="en-AU" dirty="0"/>
              <a:t> row. </a:t>
            </a:r>
          </a:p>
          <a:p>
            <a:r>
              <a:rPr lang="en-AU" dirty="0"/>
              <a:t>It creates a </a:t>
            </a:r>
            <a:r>
              <a:rPr lang="en-AU" b="1" dirty="0"/>
              <a:t>scrollbar</a:t>
            </a:r>
            <a:r>
              <a:rPr lang="en-AU" dirty="0"/>
              <a:t> </a:t>
            </a:r>
            <a:r>
              <a:rPr lang="en-AU" i="1" dirty="0"/>
              <a:t>if the length of the window exceeds the length of the screen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https://developer.android.com/guide/topics/ui/layout/linear</a:t>
            </a:r>
            <a:endParaRPr lang="en-AU" dirty="0"/>
          </a:p>
          <a:p>
            <a:endParaRPr lang="en-AU" dirty="0"/>
          </a:p>
        </p:txBody>
      </p:sp>
      <p:pic>
        <p:nvPicPr>
          <p:cNvPr id="10242" name="Picture 2" descr="https://developer.android.com/images/ui/linearlayout-small.png">
            <a:extLst>
              <a:ext uri="{FF2B5EF4-FFF2-40B4-BE49-F238E27FC236}">
                <a16:creationId xmlns:a16="http://schemas.microsoft.com/office/drawing/2014/main" id="{4FE4B24C-CE70-41C1-A2A5-4253E5CB24E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582585"/>
            <a:ext cx="3074918" cy="2275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83455012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Linear Layout (Code)</a:t>
            </a:r>
          </a:p>
        </p:txBody>
      </p:sp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BAE243CB-E7A3-42BD-B4C2-E37F19472AC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829339" y="1531938"/>
            <a:ext cx="2373823" cy="4376737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30</a:t>
            </a:fld>
            <a:endParaRPr lang="en-AU" noProof="0"/>
          </a:p>
        </p:txBody>
      </p:sp>
      <p:pic>
        <p:nvPicPr>
          <p:cNvPr id="19" name="Content Placeholder 18">
            <a:extLst>
              <a:ext uri="{FF2B5EF4-FFF2-40B4-BE49-F238E27FC236}">
                <a16:creationId xmlns:a16="http://schemas.microsoft.com/office/drawing/2014/main" id="{DCA63998-53D3-4745-A553-DEF39AAAF131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7930753" y="1531938"/>
            <a:ext cx="2188368" cy="4376737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F25694FB-9735-46F5-A468-D464A638A80B}"/>
              </a:ext>
            </a:extLst>
          </p:cNvPr>
          <p:cNvSpPr txBox="1"/>
          <p:nvPr/>
        </p:nvSpPr>
        <p:spPr>
          <a:xfrm>
            <a:off x="1829339" y="5908674"/>
            <a:ext cx="34225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fragment_layout_demo_linear.xml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4BF0B55E-AEFD-40A7-95A7-E1A2DB6035E2}"/>
              </a:ext>
            </a:extLst>
          </p:cNvPr>
          <p:cNvSpPr/>
          <p:nvPr/>
        </p:nvSpPr>
        <p:spPr>
          <a:xfrm>
            <a:off x="1829339" y="1531937"/>
            <a:ext cx="2373824" cy="43767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5540930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Relative Layout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31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245065"/>
            <a:ext cx="5400000" cy="2950479"/>
          </a:xfrm>
        </p:spPr>
        <p:txBody>
          <a:bodyPr/>
          <a:lstStyle/>
          <a:p>
            <a:r>
              <a:rPr lang="en-AU" b="1" i="1" dirty="0"/>
              <a:t>Relative Layout</a:t>
            </a:r>
          </a:p>
          <a:p>
            <a:r>
              <a:rPr lang="en-AU" dirty="0"/>
              <a:t>Enables you to </a:t>
            </a:r>
            <a:r>
              <a:rPr lang="en-AU" b="1" i="1" dirty="0"/>
              <a:t>specify</a:t>
            </a:r>
            <a:r>
              <a:rPr lang="en-AU" dirty="0"/>
              <a:t> the </a:t>
            </a:r>
            <a:r>
              <a:rPr lang="en-AU" b="1" i="1" dirty="0"/>
              <a:t>location of child objects </a:t>
            </a:r>
            <a:r>
              <a:rPr lang="en-AU" dirty="0"/>
              <a:t>relative to </a:t>
            </a:r>
            <a:r>
              <a:rPr lang="en-AU" b="1" i="1" dirty="0"/>
              <a:t>each other </a:t>
            </a:r>
            <a:r>
              <a:rPr lang="en-AU" dirty="0"/>
              <a:t>(child A to the left of child B) or to the </a:t>
            </a:r>
            <a:r>
              <a:rPr lang="en-AU" b="1" i="1" dirty="0"/>
              <a:t>parent</a:t>
            </a:r>
            <a:r>
              <a:rPr lang="en-AU" dirty="0"/>
              <a:t> (aligned to the top of the parent).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https://developer.android.com/guide/topics/ui/layout/relative</a:t>
            </a:r>
            <a:endParaRPr lang="en-AU" dirty="0"/>
          </a:p>
        </p:txBody>
      </p:sp>
      <p:pic>
        <p:nvPicPr>
          <p:cNvPr id="9218" name="Picture 2" descr="https://developer.android.com/images/ui/relativelayout-small.png">
            <a:extLst>
              <a:ext uri="{FF2B5EF4-FFF2-40B4-BE49-F238E27FC236}">
                <a16:creationId xmlns:a16="http://schemas.microsoft.com/office/drawing/2014/main" id="{0706C7E5-A575-4B6C-9EE4-C7BE4D44EAD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591365"/>
            <a:ext cx="3051189" cy="22578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59987428"/>
      </p:ext>
    </p:extLst>
  </p:cSld>
  <p:clrMapOvr>
    <a:masterClrMapping/>
  </p:clrMapOvr>
  <p:transition spd="slow">
    <p:push dir="u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Relative Layout (Code)</a:t>
            </a:r>
          </a:p>
        </p:txBody>
      </p:sp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4CB30A6B-59AD-48E8-9AB4-7B2DC015D23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793801" y="1531938"/>
            <a:ext cx="2444899" cy="4376737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32</a:t>
            </a:fld>
            <a:endParaRPr lang="en-AU" noProof="0"/>
          </a:p>
        </p:txBody>
      </p:sp>
      <p:pic>
        <p:nvPicPr>
          <p:cNvPr id="18" name="Content Placeholder 17">
            <a:extLst>
              <a:ext uri="{FF2B5EF4-FFF2-40B4-BE49-F238E27FC236}">
                <a16:creationId xmlns:a16="http://schemas.microsoft.com/office/drawing/2014/main" id="{0A2CB78F-94B7-4F97-AF87-3AC13276F6E0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7930753" y="1531938"/>
            <a:ext cx="2188368" cy="4376737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F25694FB-9735-46F5-A468-D464A638A80B}"/>
              </a:ext>
            </a:extLst>
          </p:cNvPr>
          <p:cNvSpPr txBox="1"/>
          <p:nvPr/>
        </p:nvSpPr>
        <p:spPr>
          <a:xfrm>
            <a:off x="1793801" y="5908675"/>
            <a:ext cx="36131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fragment_layout_demo_relative.xml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FC68C818-C37B-4950-ABA9-880AD20CFD0C}"/>
              </a:ext>
            </a:extLst>
          </p:cNvPr>
          <p:cNvSpPr/>
          <p:nvPr/>
        </p:nvSpPr>
        <p:spPr>
          <a:xfrm>
            <a:off x="1793801" y="1546254"/>
            <a:ext cx="2444899" cy="43767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0284574"/>
      </p:ext>
    </p:extLst>
  </p:cSld>
  <p:clrMapOvr>
    <a:masterClrMapping/>
  </p:clrMapOvr>
  <p:transition spd="slow">
    <p:push dir="u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User Interface</a:t>
            </a:r>
          </a:p>
          <a:p>
            <a:endParaRPr lang="en-AU" dirty="0"/>
          </a:p>
          <a:p>
            <a:pPr marL="177800" indent="-177800"/>
            <a:r>
              <a:rPr lang="en-AU" sz="2400" b="0" i="1" dirty="0"/>
              <a:t>- Connecting Data with Layout: </a:t>
            </a:r>
            <a:r>
              <a:rPr lang="en-US" altLang="zh-CN" sz="2400" b="0" i="1" dirty="0"/>
              <a:t>A</a:t>
            </a:r>
            <a:r>
              <a:rPr lang="en-AU" sz="2400" b="0" i="1" dirty="0" err="1"/>
              <a:t>dapter</a:t>
            </a:r>
            <a:endParaRPr lang="en-AU" sz="2400" b="0" i="1" dirty="0"/>
          </a:p>
        </p:txBody>
      </p:sp>
    </p:spTree>
    <p:extLst>
      <p:ext uri="{BB962C8B-B14F-4D97-AF65-F5344CB8AC3E}">
        <p14:creationId xmlns:p14="http://schemas.microsoft.com/office/powerpoint/2010/main" val="357503994"/>
      </p:ext>
    </p:extLst>
  </p:cSld>
  <p:clrMapOvr>
    <a:masterClrMapping/>
  </p:clrMapOvr>
  <p:transition spd="slow">
    <p:push dir="d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Adapter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34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2279626"/>
            <a:ext cx="5400000" cy="3140348"/>
          </a:xfrm>
        </p:spPr>
        <p:txBody>
          <a:bodyPr/>
          <a:lstStyle/>
          <a:p>
            <a:r>
              <a:rPr lang="en-AU" sz="2800" b="1" i="1" dirty="0"/>
              <a:t>What </a:t>
            </a:r>
            <a:r>
              <a:rPr lang="en-AU" sz="2800" b="1" i="1"/>
              <a:t>is the adapter</a:t>
            </a:r>
            <a:r>
              <a:rPr lang="en-AU" sz="2800" b="1" i="1" dirty="0"/>
              <a:t>?</a:t>
            </a:r>
          </a:p>
          <a:p>
            <a:endParaRPr lang="en-AU" dirty="0"/>
          </a:p>
          <a:p>
            <a:r>
              <a:rPr lang="en-AU" dirty="0"/>
              <a:t>The </a:t>
            </a:r>
            <a:r>
              <a:rPr lang="en-AU" b="1" i="1" dirty="0"/>
              <a:t>Adapter</a:t>
            </a:r>
            <a:r>
              <a:rPr lang="en-AU" dirty="0"/>
              <a:t> behaves as a </a:t>
            </a:r>
            <a:r>
              <a:rPr lang="en-AU" b="1" i="1" dirty="0"/>
              <a:t>middleman</a:t>
            </a:r>
            <a:r>
              <a:rPr lang="en-AU" dirty="0"/>
              <a:t> between the </a:t>
            </a:r>
            <a:r>
              <a:rPr lang="en-AU" i="1" dirty="0"/>
              <a:t>data source</a:t>
            </a:r>
            <a:r>
              <a:rPr lang="en-AU" dirty="0"/>
              <a:t> and the </a:t>
            </a:r>
            <a:r>
              <a:rPr lang="en-AU" i="1" dirty="0" err="1"/>
              <a:t>AdapterView</a:t>
            </a:r>
            <a:r>
              <a:rPr lang="en-AU" i="1" dirty="0"/>
              <a:t> layout</a:t>
            </a:r>
            <a:r>
              <a:rPr lang="en-AU" dirty="0"/>
              <a:t>:</a:t>
            </a:r>
          </a:p>
          <a:p>
            <a:r>
              <a:rPr lang="en-AU" dirty="0"/>
              <a:t> - </a:t>
            </a:r>
            <a:r>
              <a:rPr lang="en-AU" b="1" i="1" dirty="0"/>
              <a:t>Retrieves the data</a:t>
            </a:r>
            <a:r>
              <a:rPr lang="en-AU" dirty="0"/>
              <a:t> (from a source such as an array or a database query) </a:t>
            </a:r>
          </a:p>
          <a:p>
            <a:r>
              <a:rPr lang="en-AU" dirty="0"/>
              <a:t>- </a:t>
            </a:r>
            <a:r>
              <a:rPr lang="en-AU" b="1" i="1" dirty="0"/>
              <a:t>Converts each entry into a view </a:t>
            </a:r>
            <a:r>
              <a:rPr lang="en-AU" dirty="0"/>
              <a:t>that can be added into the </a:t>
            </a:r>
            <a:r>
              <a:rPr lang="en-AU" dirty="0" err="1"/>
              <a:t>AdapterView</a:t>
            </a:r>
            <a:r>
              <a:rPr lang="en-AU" dirty="0"/>
              <a:t> layout.</a:t>
            </a:r>
          </a:p>
        </p:txBody>
      </p:sp>
      <p:pic>
        <p:nvPicPr>
          <p:cNvPr id="12290" name="Picture 2" descr="https://developer.android.com/images/ui/listview-small.png">
            <a:extLst>
              <a:ext uri="{FF2B5EF4-FFF2-40B4-BE49-F238E27FC236}">
                <a16:creationId xmlns:a16="http://schemas.microsoft.com/office/drawing/2014/main" id="{265FD096-7F10-4C25-827B-F3A0403BFCC0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076" y="2070768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2" name="Picture 4" descr="https://developer.android.com/images/ui/gridview-small.png">
            <a:extLst>
              <a:ext uri="{FF2B5EF4-FFF2-40B4-BE49-F238E27FC236}">
                <a16:creationId xmlns:a16="http://schemas.microsoft.com/office/drawing/2014/main" id="{07C657BC-A272-43E1-B2DD-ED50905A40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84777" y="2070768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4" descr="Related image">
            <a:extLst>
              <a:ext uri="{FF2B5EF4-FFF2-40B4-BE49-F238E27FC236}">
                <a16:creationId xmlns:a16="http://schemas.microsoft.com/office/drawing/2014/main" id="{24D70165-F9FF-41C9-8B7B-38290FFB22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076" y="4095415"/>
            <a:ext cx="2113671" cy="14232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A00A34AE-7F76-4ACD-90BB-F6EBCF2C2FB5}"/>
              </a:ext>
            </a:extLst>
          </p:cNvPr>
          <p:cNvSpPr txBox="1"/>
          <p:nvPr/>
        </p:nvSpPr>
        <p:spPr>
          <a:xfrm>
            <a:off x="769076" y="3480468"/>
            <a:ext cx="1016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D71FF3E-7FA0-4752-A610-937BD5758068}"/>
              </a:ext>
            </a:extLst>
          </p:cNvPr>
          <p:cNvSpPr txBox="1"/>
          <p:nvPr/>
        </p:nvSpPr>
        <p:spPr>
          <a:xfrm>
            <a:off x="3484777" y="3480468"/>
            <a:ext cx="11020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altLang="zh-CN" dirty="0"/>
              <a:t>Grid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0844AEF-9490-45DF-813D-E267F318CCA8}"/>
              </a:ext>
            </a:extLst>
          </p:cNvPr>
          <p:cNvSpPr txBox="1"/>
          <p:nvPr/>
        </p:nvSpPr>
        <p:spPr>
          <a:xfrm>
            <a:off x="769076" y="5497642"/>
            <a:ext cx="1482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altLang="zh-CN" dirty="0"/>
              <a:t>Recycler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6FCC622-2489-48B3-B010-62D65B02006B}"/>
              </a:ext>
            </a:extLst>
          </p:cNvPr>
          <p:cNvSpPr txBox="1"/>
          <p:nvPr/>
        </p:nvSpPr>
        <p:spPr>
          <a:xfrm>
            <a:off x="4035793" y="4514646"/>
            <a:ext cx="83869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3200" b="1" i="1" dirty="0">
                <a:solidFill>
                  <a:schemeClr val="accent1">
                    <a:lumMod val="60000"/>
                    <a:lumOff val="40000"/>
                  </a:schemeClr>
                </a:solidFill>
              </a:rPr>
              <a:t>......</a:t>
            </a:r>
          </a:p>
        </p:txBody>
      </p:sp>
    </p:spTree>
    <p:extLst>
      <p:ext uri="{BB962C8B-B14F-4D97-AF65-F5344CB8AC3E}">
        <p14:creationId xmlns:p14="http://schemas.microsoft.com/office/powerpoint/2010/main" val="2669788780"/>
      </p:ext>
    </p:extLst>
  </p:cSld>
  <p:clrMapOvr>
    <a:masterClrMapping/>
  </p:clrMapOvr>
  <p:transition spd="slow">
    <p:push dir="u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Adapter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35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1943293"/>
            <a:ext cx="5400000" cy="3443681"/>
          </a:xfrm>
        </p:spPr>
        <p:txBody>
          <a:bodyPr/>
          <a:lstStyle/>
          <a:p>
            <a:r>
              <a:rPr lang="en-AU" sz="2800" b="1" i="1" dirty="0"/>
              <a:t>Why do we need an adapter?</a:t>
            </a:r>
          </a:p>
          <a:p>
            <a:endParaRPr lang="en-AU" dirty="0"/>
          </a:p>
          <a:p>
            <a:r>
              <a:rPr lang="en-AU" dirty="0"/>
              <a:t>When the content for the layout is </a:t>
            </a:r>
            <a:r>
              <a:rPr lang="en-AU" b="1" i="1" dirty="0"/>
              <a:t>dynamic or not pre-determined</a:t>
            </a:r>
            <a:r>
              <a:rPr lang="en-AU" dirty="0"/>
              <a:t>, you can use a layout that subclasses </a:t>
            </a:r>
            <a:r>
              <a:rPr lang="en-AU" b="1" i="1" dirty="0" err="1"/>
              <a:t>AdapterView</a:t>
            </a:r>
            <a:r>
              <a:rPr lang="en-AU" dirty="0"/>
              <a:t> to </a:t>
            </a:r>
            <a:r>
              <a:rPr lang="en-AU" i="1" dirty="0"/>
              <a:t>populate the layout with views at runtime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A subclass of the </a:t>
            </a:r>
            <a:r>
              <a:rPr lang="en-AU" b="1" i="1" dirty="0" err="1"/>
              <a:t>AdapterView</a:t>
            </a:r>
            <a:r>
              <a:rPr lang="en-AU" dirty="0"/>
              <a:t> class uses an </a:t>
            </a:r>
            <a:r>
              <a:rPr lang="en-AU" b="1" i="1" dirty="0"/>
              <a:t>Adapter</a:t>
            </a:r>
            <a:r>
              <a:rPr lang="en-AU" dirty="0"/>
              <a:t> to </a:t>
            </a:r>
            <a:r>
              <a:rPr lang="en-AU" i="1" dirty="0"/>
              <a:t>bind data to its layout. </a:t>
            </a:r>
          </a:p>
        </p:txBody>
      </p:sp>
      <p:pic>
        <p:nvPicPr>
          <p:cNvPr id="12290" name="Picture 2" descr="https://developer.android.com/images/ui/listview-small.png">
            <a:extLst>
              <a:ext uri="{FF2B5EF4-FFF2-40B4-BE49-F238E27FC236}">
                <a16:creationId xmlns:a16="http://schemas.microsoft.com/office/drawing/2014/main" id="{265FD096-7F10-4C25-827B-F3A0403BFCC0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076" y="2070768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2" name="Picture 4" descr="https://developer.android.com/images/ui/gridview-small.png">
            <a:extLst>
              <a:ext uri="{FF2B5EF4-FFF2-40B4-BE49-F238E27FC236}">
                <a16:creationId xmlns:a16="http://schemas.microsoft.com/office/drawing/2014/main" id="{07C657BC-A272-43E1-B2DD-ED50905A40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84777" y="2070768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4" descr="Related image">
            <a:extLst>
              <a:ext uri="{FF2B5EF4-FFF2-40B4-BE49-F238E27FC236}">
                <a16:creationId xmlns:a16="http://schemas.microsoft.com/office/drawing/2014/main" id="{24D70165-F9FF-41C9-8B7B-38290FFB22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076" y="4095415"/>
            <a:ext cx="2113671" cy="14232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A00A34AE-7F76-4ACD-90BB-F6EBCF2C2FB5}"/>
              </a:ext>
            </a:extLst>
          </p:cNvPr>
          <p:cNvSpPr txBox="1"/>
          <p:nvPr/>
        </p:nvSpPr>
        <p:spPr>
          <a:xfrm>
            <a:off x="769076" y="3480468"/>
            <a:ext cx="1016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D71FF3E-7FA0-4752-A610-937BD5758068}"/>
              </a:ext>
            </a:extLst>
          </p:cNvPr>
          <p:cNvSpPr txBox="1"/>
          <p:nvPr/>
        </p:nvSpPr>
        <p:spPr>
          <a:xfrm>
            <a:off x="3484777" y="3480468"/>
            <a:ext cx="11020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altLang="zh-CN" dirty="0"/>
              <a:t>Grid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0844AEF-9490-45DF-813D-E267F318CCA8}"/>
              </a:ext>
            </a:extLst>
          </p:cNvPr>
          <p:cNvSpPr txBox="1"/>
          <p:nvPr/>
        </p:nvSpPr>
        <p:spPr>
          <a:xfrm>
            <a:off x="769076" y="5497642"/>
            <a:ext cx="1482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altLang="zh-CN" dirty="0"/>
              <a:t>Recycler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6FCC622-2489-48B3-B010-62D65B02006B}"/>
              </a:ext>
            </a:extLst>
          </p:cNvPr>
          <p:cNvSpPr txBox="1"/>
          <p:nvPr/>
        </p:nvSpPr>
        <p:spPr>
          <a:xfrm>
            <a:off x="4035793" y="4514646"/>
            <a:ext cx="83869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3200" b="1" i="1" dirty="0">
                <a:solidFill>
                  <a:schemeClr val="accent1">
                    <a:lumMod val="60000"/>
                    <a:lumOff val="40000"/>
                  </a:schemeClr>
                </a:solidFill>
              </a:rPr>
              <a:t>......</a:t>
            </a:r>
          </a:p>
        </p:txBody>
      </p:sp>
    </p:spTree>
    <p:extLst>
      <p:ext uri="{BB962C8B-B14F-4D97-AF65-F5344CB8AC3E}">
        <p14:creationId xmlns:p14="http://schemas.microsoft.com/office/powerpoint/2010/main" val="22603371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User Interface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List View </a:t>
            </a:r>
          </a:p>
          <a:p>
            <a:r>
              <a:rPr lang="en-AU" sz="2400" b="0" i="1" dirty="0"/>
              <a:t>(Displays a scrolling single column list)</a:t>
            </a:r>
          </a:p>
          <a:p>
            <a:endParaRPr lang="en-AU" sz="2400" b="0" i="1" dirty="0"/>
          </a:p>
        </p:txBody>
      </p:sp>
    </p:spTree>
    <p:extLst>
      <p:ext uri="{BB962C8B-B14F-4D97-AF65-F5344CB8AC3E}">
        <p14:creationId xmlns:p14="http://schemas.microsoft.com/office/powerpoint/2010/main" val="2410243190"/>
      </p:ext>
    </p:extLst>
  </p:cSld>
  <p:clrMapOvr>
    <a:masterClrMapping/>
  </p:clrMapOvr>
  <p:transition spd="slow">
    <p:push dir="d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37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091523"/>
            <a:ext cx="5400000" cy="3271881"/>
          </a:xfrm>
        </p:spPr>
        <p:txBody>
          <a:bodyPr/>
          <a:lstStyle/>
          <a:p>
            <a:r>
              <a:rPr lang="en-AU" dirty="0"/>
              <a:t>To create a </a:t>
            </a:r>
            <a:r>
              <a:rPr lang="en-AU" b="1" i="1" dirty="0"/>
              <a:t>List View</a:t>
            </a:r>
            <a:r>
              <a:rPr lang="en-AU" dirty="0"/>
              <a:t>: 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Declare</a:t>
            </a:r>
            <a:r>
              <a:rPr lang="en-AU" i="1" dirty="0"/>
              <a:t> </a:t>
            </a:r>
            <a:r>
              <a:rPr lang="en-AU" i="1" dirty="0" err="1"/>
              <a:t>ListView</a:t>
            </a:r>
            <a:r>
              <a:rPr lang="en-AU" i="1" dirty="0"/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Adapter and </a:t>
            </a:r>
            <a:r>
              <a:rPr lang="en-AU" i="1" dirty="0" err="1"/>
              <a:t>ViewHolder</a:t>
            </a:r>
            <a:endParaRPr lang="en-AU" i="1" dirty="0"/>
          </a:p>
          <a:p>
            <a:pPr marL="342900" indent="-342900">
              <a:buFontTx/>
              <a:buChar char="-"/>
            </a:pPr>
            <a:r>
              <a:rPr lang="en-AU" b="1" i="1" dirty="0"/>
              <a:t>Bind</a:t>
            </a:r>
            <a:r>
              <a:rPr lang="en-AU" i="1" dirty="0"/>
              <a:t> Adapter with </a:t>
            </a:r>
            <a:r>
              <a:rPr lang="en-AU" i="1" dirty="0" err="1"/>
              <a:t>ListView</a:t>
            </a:r>
            <a:r>
              <a:rPr lang="en-AU" i="1" dirty="0"/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r>
              <a:rPr lang="en-AU" dirty="0">
                <a:hlinkClick r:id="rId3"/>
              </a:rPr>
              <a:t>https://developer.android.com/reference/android/widget/ListView</a:t>
            </a: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B9FF4E49-24F8-4EFC-B333-09748290104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1922066" y="1531938"/>
            <a:ext cx="2188368" cy="4376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3314777"/>
      </p:ext>
    </p:extLst>
  </p:cSld>
  <p:clrMapOvr>
    <a:masterClrMapping/>
  </p:clrMapOvr>
  <p:transition spd="slow">
    <p:push dir="u"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38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/>
              <a:t>Declare</a:t>
            </a:r>
            <a:r>
              <a:rPr lang="en-AU" i="1" dirty="0"/>
              <a:t> </a:t>
            </a:r>
            <a:r>
              <a:rPr lang="en-AU" i="1" dirty="0" err="1"/>
              <a:t>ListView</a:t>
            </a:r>
            <a:r>
              <a:rPr lang="en-AU" i="1" dirty="0"/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and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ViewHolder</a:t>
            </a:r>
            <a:endParaRPr lang="en-AU" i="1" dirty="0">
              <a:solidFill>
                <a:schemeClr val="bg1">
                  <a:lumMod val="95000"/>
                </a:schemeClr>
              </a:solidFill>
            </a:endParaRP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Bind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with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ListView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F2643CDD-F8AB-4629-A639-FE003B198CD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482600" y="2310606"/>
            <a:ext cx="5067300" cy="2819400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8EB5A3C1-710B-459F-BE21-A48F7AE621E2}"/>
              </a:ext>
            </a:extLst>
          </p:cNvPr>
          <p:cNvSpPr/>
          <p:nvPr/>
        </p:nvSpPr>
        <p:spPr>
          <a:xfrm>
            <a:off x="1198997" y="3932808"/>
            <a:ext cx="2671667" cy="86113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3FA1D5A-2979-4165-9CEB-DA14B8AC854E}"/>
              </a:ext>
            </a:extLst>
          </p:cNvPr>
          <p:cNvSpPr txBox="1"/>
          <p:nvPr/>
        </p:nvSpPr>
        <p:spPr>
          <a:xfrm>
            <a:off x="482600" y="5130006"/>
            <a:ext cx="31827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fragment_layout_demo_list.xml</a:t>
            </a:r>
          </a:p>
        </p:txBody>
      </p:sp>
    </p:spTree>
    <p:extLst>
      <p:ext uri="{BB962C8B-B14F-4D97-AF65-F5344CB8AC3E}">
        <p14:creationId xmlns:p14="http://schemas.microsoft.com/office/powerpoint/2010/main" val="228128581"/>
      </p:ext>
    </p:extLst>
  </p:cSld>
  <p:clrMapOvr>
    <a:masterClrMapping/>
  </p:clrMapOvr>
  <p:transition spd="slow">
    <p:push dir="u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39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Declare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ListView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Object (Java Class) 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and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ViewHolder</a:t>
            </a:r>
            <a:endParaRPr lang="en-AU" i="1" dirty="0">
              <a:solidFill>
                <a:schemeClr val="bg1">
                  <a:lumMod val="95000"/>
                </a:schemeClr>
              </a:solidFill>
            </a:endParaRP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Bind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with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ListView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5AE215FF-0579-4CDB-A020-2C63362C5A9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66634" y="1531938"/>
            <a:ext cx="4699233" cy="4376737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D2E522C5-3ACD-4A51-AB06-0838BCB31BA0}"/>
              </a:ext>
            </a:extLst>
          </p:cNvPr>
          <p:cNvSpPr/>
          <p:nvPr/>
        </p:nvSpPr>
        <p:spPr>
          <a:xfrm>
            <a:off x="666634" y="2410289"/>
            <a:ext cx="4699232" cy="349838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666633" y="5908675"/>
            <a:ext cx="10526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Fruit.java</a:t>
            </a:r>
          </a:p>
        </p:txBody>
      </p:sp>
    </p:spTree>
    <p:extLst>
      <p:ext uri="{BB962C8B-B14F-4D97-AF65-F5344CB8AC3E}">
        <p14:creationId xmlns:p14="http://schemas.microsoft.com/office/powerpoint/2010/main" val="29155139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40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Declare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ListView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Adapter and </a:t>
            </a:r>
            <a:r>
              <a:rPr lang="en-AU" i="1" dirty="0" err="1"/>
              <a:t>ViewHolder</a:t>
            </a:r>
            <a:endParaRPr lang="en-AU" i="1" dirty="0"/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Bind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with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ListView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1364186" y="5935297"/>
            <a:ext cx="222721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ListDemoAdapter.java</a:t>
            </a:r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9C838906-C5A5-4843-B298-D565DDF8483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364186" y="1531938"/>
            <a:ext cx="3304128" cy="4376737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B6A50CEB-E9C4-4DA0-8537-07D30E4943B1}"/>
              </a:ext>
            </a:extLst>
          </p:cNvPr>
          <p:cNvSpPr/>
          <p:nvPr/>
        </p:nvSpPr>
        <p:spPr>
          <a:xfrm>
            <a:off x="1364186" y="1531938"/>
            <a:ext cx="3304128" cy="437673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66515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41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Declare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ListView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and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ViewHolder</a:t>
            </a:r>
            <a:endParaRPr lang="en-AU" i="1" dirty="0">
              <a:solidFill>
                <a:schemeClr val="bg1">
                  <a:lumMod val="95000"/>
                </a:schemeClr>
              </a:solidFill>
            </a:endParaRPr>
          </a:p>
          <a:p>
            <a:pPr marL="342900" indent="-342900">
              <a:buFontTx/>
              <a:buChar char="-"/>
            </a:pPr>
            <a:r>
              <a:rPr lang="en-AU" b="1" i="1" dirty="0"/>
              <a:t>Bind</a:t>
            </a:r>
            <a:r>
              <a:rPr lang="en-AU" i="1" dirty="0"/>
              <a:t> Adapter with </a:t>
            </a:r>
            <a:r>
              <a:rPr lang="en-AU" i="1" dirty="0" err="1"/>
              <a:t>ListView</a:t>
            </a:r>
            <a:r>
              <a:rPr lang="en-AU" i="1" dirty="0"/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313522" y="5054208"/>
            <a:ext cx="2702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LayoutFragmentDemo.java</a:t>
            </a:r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1A7AB64C-67B4-4120-8C6F-1157E3B0BF9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2386405"/>
            <a:ext cx="5400675" cy="2667803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98AAB9BE-AABB-456D-8B47-9A7F02260EA3}"/>
              </a:ext>
            </a:extLst>
          </p:cNvPr>
          <p:cNvSpPr/>
          <p:nvPr/>
        </p:nvSpPr>
        <p:spPr>
          <a:xfrm>
            <a:off x="754601" y="3000652"/>
            <a:ext cx="4873842" cy="532661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580432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</a:t>
            </a:r>
            <a:r>
              <a:rPr lang="en-US" altLang="zh-CN" dirty="0" err="1"/>
              <a:t>ist</a:t>
            </a:r>
            <a:r>
              <a:rPr lang="en-US" altLang="zh-CN" dirty="0"/>
              <a:t> View – Listeners when Clicking Items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42</a:t>
            </a:fld>
            <a:endParaRPr lang="en-AU" noProof="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313522" y="4825731"/>
            <a:ext cx="2702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LayoutFragmentDemo.java</a:t>
            </a:r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F8236608-FB7E-47A8-871F-828056C1E52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2614881"/>
            <a:ext cx="5400675" cy="2210850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3268D7C2-61FA-43F4-AF5D-BC8056904833}"/>
              </a:ext>
            </a:extLst>
          </p:cNvPr>
          <p:cNvSpPr/>
          <p:nvPr/>
        </p:nvSpPr>
        <p:spPr>
          <a:xfrm>
            <a:off x="824991" y="3355758"/>
            <a:ext cx="4581510" cy="1296141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4F5F2B9-DD48-454C-8D41-0A142112553B}"/>
              </a:ext>
            </a:extLst>
          </p:cNvPr>
          <p:cNvSpPr txBox="1"/>
          <p:nvPr/>
        </p:nvSpPr>
        <p:spPr>
          <a:xfrm>
            <a:off x="6324090" y="5751089"/>
            <a:ext cx="222721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ListDemoAdapter.java</a:t>
            </a:r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65310993-CA71-4338-8E4D-0AD6BD504552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324600" y="1684307"/>
            <a:ext cx="5400675" cy="4071999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B08E81D8-F4A0-4D45-894C-063C828C6F09}"/>
              </a:ext>
            </a:extLst>
          </p:cNvPr>
          <p:cNvSpPr/>
          <p:nvPr/>
        </p:nvSpPr>
        <p:spPr>
          <a:xfrm>
            <a:off x="6324090" y="3720307"/>
            <a:ext cx="5400675" cy="1180168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74901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U</a:t>
            </a:r>
            <a:r>
              <a:rPr lang="en-US" altLang="zh-CN" dirty="0"/>
              <a:t>ser Interface</a:t>
            </a:r>
            <a:endParaRPr lang="en-AU" dirty="0"/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Recycler View </a:t>
            </a:r>
          </a:p>
          <a:p>
            <a:r>
              <a:rPr lang="en-AU" sz="2400" b="0" i="1" dirty="0"/>
              <a:t>(A more advanced and flexible version of </a:t>
            </a:r>
            <a:r>
              <a:rPr lang="en-AU" sz="2400" b="0" i="1" dirty="0" err="1"/>
              <a:t>ListView</a:t>
            </a:r>
            <a:r>
              <a:rPr lang="en-AU" sz="2400" b="0" i="1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658229359"/>
      </p:ext>
    </p:extLst>
  </p:cSld>
  <p:clrMapOvr>
    <a:masterClrMapping/>
  </p:clrMapOvr>
  <p:transition spd="slow">
    <p:push dir="d"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Recycler </a:t>
            </a:r>
            <a:r>
              <a:rPr lang="en-US" altLang="zh-CN" dirty="0"/>
              <a:t>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44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038050"/>
            <a:ext cx="5400000" cy="3364511"/>
          </a:xfrm>
        </p:spPr>
        <p:txBody>
          <a:bodyPr/>
          <a:lstStyle/>
          <a:p>
            <a:r>
              <a:rPr lang="en-AU" dirty="0"/>
              <a:t>To create a </a:t>
            </a:r>
            <a:r>
              <a:rPr lang="en-AU" b="1" i="1" dirty="0"/>
              <a:t>Recycler View</a:t>
            </a:r>
            <a:r>
              <a:rPr lang="en-AU" dirty="0"/>
              <a:t>: 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Declare</a:t>
            </a:r>
            <a:r>
              <a:rPr lang="en-AU" i="1" dirty="0"/>
              <a:t> </a:t>
            </a:r>
            <a:r>
              <a:rPr lang="en-AU" i="1" dirty="0" err="1"/>
              <a:t>RecyclerView</a:t>
            </a:r>
            <a:r>
              <a:rPr lang="en-AU" i="1" dirty="0"/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Adapter and </a:t>
            </a:r>
            <a:r>
              <a:rPr lang="en-AU" i="1" dirty="0" err="1"/>
              <a:t>ViewHolder</a:t>
            </a:r>
            <a:endParaRPr lang="en-AU" i="1" dirty="0"/>
          </a:p>
          <a:p>
            <a:pPr marL="342900" indent="-342900">
              <a:buFontTx/>
              <a:buChar char="-"/>
            </a:pPr>
            <a:r>
              <a:rPr lang="en-AU" b="1" i="1" dirty="0"/>
              <a:t>Bind</a:t>
            </a:r>
            <a:r>
              <a:rPr lang="en-AU" i="1" dirty="0"/>
              <a:t> Adapter with </a:t>
            </a:r>
            <a:r>
              <a:rPr lang="en-AU" i="1" dirty="0" err="1"/>
              <a:t>RecyclerView</a:t>
            </a:r>
            <a:r>
              <a:rPr lang="en-AU" i="1" dirty="0"/>
              <a:t> in the Activity</a:t>
            </a:r>
          </a:p>
          <a:p>
            <a:endParaRPr lang="en-AU" i="1" dirty="0"/>
          </a:p>
          <a:p>
            <a:r>
              <a:rPr lang="en-AU" dirty="0">
                <a:hlinkClick r:id="rId3"/>
              </a:rPr>
              <a:t>https://developer.android.com/guide/topics/ui/layout/recyclerview</a:t>
            </a: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4459C21D-9288-4F42-8981-5ABD041488B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1922066" y="1531938"/>
            <a:ext cx="2188368" cy="4376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7414846"/>
      </p:ext>
    </p:extLst>
  </p:cSld>
  <p:clrMapOvr>
    <a:masterClrMapping/>
  </p:clrMapOvr>
  <p:transition spd="slow">
    <p:push dir="u"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Recycler </a:t>
            </a:r>
            <a:r>
              <a:rPr lang="en-US" altLang="zh-CN" dirty="0"/>
              <a:t>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45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/>
              <a:t>Declare</a:t>
            </a:r>
            <a:r>
              <a:rPr lang="en-AU" i="1" dirty="0"/>
              <a:t> </a:t>
            </a:r>
            <a:r>
              <a:rPr lang="en-AU" i="1" dirty="0" err="1"/>
              <a:t>RecyclerView</a:t>
            </a:r>
            <a:r>
              <a:rPr lang="en-AU" i="1" dirty="0"/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and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ViewHolder</a:t>
            </a:r>
            <a:endParaRPr lang="en-AU" i="1" dirty="0">
              <a:solidFill>
                <a:schemeClr val="bg1">
                  <a:lumMod val="95000"/>
                </a:schemeClr>
              </a:solidFill>
            </a:endParaRP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Bind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with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RecyclerView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3FA1D5A-2979-4165-9CEB-DA14B8AC854E}"/>
              </a:ext>
            </a:extLst>
          </p:cNvPr>
          <p:cNvSpPr txBox="1"/>
          <p:nvPr/>
        </p:nvSpPr>
        <p:spPr>
          <a:xfrm>
            <a:off x="787400" y="5014151"/>
            <a:ext cx="3626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fragment_layout_demo_recycler.xml</a:t>
            </a:r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1978D13B-78BD-4A84-A6FC-CB4ED3BF0A0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787400" y="2410619"/>
            <a:ext cx="4457700" cy="2619375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7F13C605-66CE-4899-904F-AFA94BB243D1}"/>
              </a:ext>
            </a:extLst>
          </p:cNvPr>
          <p:cNvSpPr/>
          <p:nvPr/>
        </p:nvSpPr>
        <p:spPr>
          <a:xfrm>
            <a:off x="960051" y="3831214"/>
            <a:ext cx="2671667" cy="86113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310703"/>
      </p:ext>
    </p:extLst>
  </p:cSld>
  <p:clrMapOvr>
    <a:masterClrMapping/>
  </p:clrMapOvr>
  <p:transition spd="slow">
    <p:push dir="u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Recycler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46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Declare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RecyclerView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and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ViewHolder</a:t>
            </a:r>
            <a:endParaRPr lang="en-AU" i="1" dirty="0">
              <a:solidFill>
                <a:schemeClr val="bg1">
                  <a:lumMod val="95000"/>
                </a:schemeClr>
              </a:solidFill>
            </a:endParaRP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Bind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with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RecyclerView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5AE215FF-0579-4CDB-A020-2C63362C5A9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66634" y="1531938"/>
            <a:ext cx="4699233" cy="4376737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D2E522C5-3ACD-4A51-AB06-0838BCB31BA0}"/>
              </a:ext>
            </a:extLst>
          </p:cNvPr>
          <p:cNvSpPr/>
          <p:nvPr/>
        </p:nvSpPr>
        <p:spPr>
          <a:xfrm>
            <a:off x="666634" y="2410289"/>
            <a:ext cx="4699232" cy="349838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666633" y="5908675"/>
            <a:ext cx="10526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Fruit.java</a:t>
            </a:r>
          </a:p>
        </p:txBody>
      </p:sp>
    </p:spTree>
    <p:extLst>
      <p:ext uri="{BB962C8B-B14F-4D97-AF65-F5344CB8AC3E}">
        <p14:creationId xmlns:p14="http://schemas.microsoft.com/office/powerpoint/2010/main" val="271483336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Recycler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47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Declare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RecyclerView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/>
              <a:t>Create</a:t>
            </a:r>
            <a:r>
              <a:rPr lang="en-AU" i="1" dirty="0"/>
              <a:t> Adapter and </a:t>
            </a:r>
            <a:r>
              <a:rPr lang="en-AU" i="1" dirty="0" err="1"/>
              <a:t>ViewHolder</a:t>
            </a:r>
            <a:endParaRPr lang="en-AU" i="1" dirty="0"/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Bind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with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RecyclerView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1616857" y="5908674"/>
            <a:ext cx="2694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RecyclerDemoAdapter.java</a:t>
            </a:r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794A93EB-82AC-48AC-BBA1-4713AF9C881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616857" y="1531938"/>
            <a:ext cx="2798786" cy="4376737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2AB1E006-32CD-4BDF-B4A1-1F76E554A8FE}"/>
              </a:ext>
            </a:extLst>
          </p:cNvPr>
          <p:cNvSpPr/>
          <p:nvPr/>
        </p:nvSpPr>
        <p:spPr>
          <a:xfrm>
            <a:off x="1616857" y="1531937"/>
            <a:ext cx="2798786" cy="43767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8273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Recycler</a:t>
            </a:r>
            <a:r>
              <a:rPr lang="en-US" altLang="zh-CN" dirty="0"/>
              <a:t> View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48</a:t>
            </a:fld>
            <a:endParaRPr lang="en-AU" noProof="0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F0BB745-6BFC-4BD3-A8F0-79829DB6814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48264"/>
            <a:ext cx="5400000" cy="1944084"/>
          </a:xfrm>
        </p:spPr>
        <p:txBody>
          <a:bodyPr/>
          <a:lstStyle/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Declare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RecyclerView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in layout (XML)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Object</a:t>
            </a:r>
          </a:p>
          <a:p>
            <a:pPr marL="342900" indent="-342900">
              <a:buFontTx/>
              <a:buChar char="-"/>
            </a:pPr>
            <a:r>
              <a:rPr lang="en-AU" b="1" i="1" dirty="0">
                <a:solidFill>
                  <a:schemeClr val="bg1">
                    <a:lumMod val="95000"/>
                  </a:schemeClr>
                </a:solidFill>
              </a:rPr>
              <a:t>Create</a:t>
            </a:r>
            <a:r>
              <a:rPr lang="en-AU" i="1" dirty="0">
                <a:solidFill>
                  <a:schemeClr val="bg1">
                    <a:lumMod val="95000"/>
                  </a:schemeClr>
                </a:solidFill>
              </a:rPr>
              <a:t> Adapter and </a:t>
            </a:r>
            <a:r>
              <a:rPr lang="en-AU" i="1" dirty="0" err="1">
                <a:solidFill>
                  <a:schemeClr val="bg1">
                    <a:lumMod val="95000"/>
                  </a:schemeClr>
                </a:solidFill>
              </a:rPr>
              <a:t>ViewHolder</a:t>
            </a:r>
            <a:endParaRPr lang="en-AU" i="1" dirty="0">
              <a:solidFill>
                <a:schemeClr val="bg1">
                  <a:lumMod val="95000"/>
                </a:schemeClr>
              </a:solidFill>
            </a:endParaRPr>
          </a:p>
          <a:p>
            <a:pPr marL="342900" indent="-342900">
              <a:buFontTx/>
              <a:buChar char="-"/>
            </a:pPr>
            <a:r>
              <a:rPr lang="en-AU" b="1" i="1" dirty="0"/>
              <a:t>Bind</a:t>
            </a:r>
            <a:r>
              <a:rPr lang="en-AU" i="1" dirty="0"/>
              <a:t> Adapter with </a:t>
            </a:r>
            <a:r>
              <a:rPr lang="en-AU" i="1" dirty="0" err="1"/>
              <a:t>RecyclerView</a:t>
            </a:r>
            <a:r>
              <a:rPr lang="en-AU" i="1" dirty="0"/>
              <a:t> in the Activity</a:t>
            </a:r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  <a:p>
            <a:pPr marL="342900" indent="-342900">
              <a:buFontTx/>
              <a:buChar char="-"/>
            </a:pPr>
            <a:endParaRPr lang="en-AU" i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315238" y="4119352"/>
            <a:ext cx="2702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LayoutDemoFragment.java</a:t>
            </a:r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42815657-78E7-4E9B-AE39-40D985B00A3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3321261"/>
            <a:ext cx="5400675" cy="798091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2FA1A56B-A451-4115-B547-41F1BF3ECD63}"/>
              </a:ext>
            </a:extLst>
          </p:cNvPr>
          <p:cNvSpPr/>
          <p:nvPr/>
        </p:nvSpPr>
        <p:spPr>
          <a:xfrm>
            <a:off x="315913" y="3321261"/>
            <a:ext cx="5400000" cy="798091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95541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Recycler</a:t>
            </a:r>
            <a:r>
              <a:rPr lang="en-US" altLang="zh-CN" dirty="0"/>
              <a:t> View – Listener when Clicking Items</a:t>
            </a:r>
            <a:endParaRPr lang="en-AU" dirty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697DEB47-8A1D-4FBD-9AB4-2A152FD830D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454196" y="1531938"/>
            <a:ext cx="5132795" cy="4376737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49</a:t>
            </a:fld>
            <a:endParaRPr lang="en-AU" noProof="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095E9C-4182-4F53-806F-EE762F9CC8BD}"/>
              </a:ext>
            </a:extLst>
          </p:cNvPr>
          <p:cNvSpPr txBox="1"/>
          <p:nvPr/>
        </p:nvSpPr>
        <p:spPr>
          <a:xfrm>
            <a:off x="3454196" y="5908675"/>
            <a:ext cx="2702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RecyclerDemoAdapter.java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368BEFFF-7629-4D24-9EFC-93C573066556}"/>
              </a:ext>
            </a:extLst>
          </p:cNvPr>
          <p:cNvSpPr/>
          <p:nvPr/>
        </p:nvSpPr>
        <p:spPr>
          <a:xfrm>
            <a:off x="3968318" y="3595458"/>
            <a:ext cx="4540054" cy="150920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65204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50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sz="4000" dirty="0"/>
              <a:t>Android </a:t>
            </a:r>
          </a:p>
          <a:p>
            <a:r>
              <a:rPr lang="en-AU" sz="4000" dirty="0"/>
              <a:t>Wear OS</a:t>
            </a:r>
          </a:p>
          <a:p>
            <a:r>
              <a:rPr lang="en-AU" sz="2400" dirty="0"/>
              <a:t>(for Reading)</a:t>
            </a:r>
          </a:p>
        </p:txBody>
      </p:sp>
    </p:spTree>
    <p:extLst>
      <p:ext uri="{BB962C8B-B14F-4D97-AF65-F5344CB8AC3E}">
        <p14:creationId xmlns:p14="http://schemas.microsoft.com/office/powerpoint/2010/main" val="4192004303"/>
      </p:ext>
    </p:extLst>
  </p:cSld>
  <p:clrMapOvr>
    <a:masterClrMapping/>
  </p:clrMapOvr>
  <p:transition spd="slow">
    <p:push dir="d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51</a:t>
            </a:fld>
            <a:endParaRPr lang="en-AU" noProof="0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D9F0459-AF8F-42CA-B342-B265DEB0451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47615"/>
            <a:ext cx="5400000" cy="2559697"/>
          </a:xfrm>
        </p:spPr>
        <p:txBody>
          <a:bodyPr/>
          <a:lstStyle/>
          <a:p>
            <a:r>
              <a:rPr lang="en-AU" b="1" i="1" dirty="0"/>
              <a:t>Wear OS</a:t>
            </a:r>
            <a:r>
              <a:rPr lang="en-AU" dirty="0"/>
              <a:t>, also known as Wear OS by </a:t>
            </a:r>
            <a:r>
              <a:rPr lang="en-AU" b="1" i="1" dirty="0"/>
              <a:t>Google</a:t>
            </a:r>
            <a:r>
              <a:rPr lang="en-AU" dirty="0"/>
              <a:t> and previously called Android Wear, is a version of Google's Android operating system designed for </a:t>
            </a:r>
            <a:r>
              <a:rPr lang="en-AU" b="1" i="1" dirty="0"/>
              <a:t>smartwatches and other wearables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https://developer.android.com/training/wearables</a:t>
            </a:r>
            <a:endParaRPr lang="en-AU" dirty="0"/>
          </a:p>
        </p:txBody>
      </p:sp>
      <p:pic>
        <p:nvPicPr>
          <p:cNvPr id="40962" name="Picture 2" descr="Image result for wear os">
            <a:extLst>
              <a:ext uri="{FF2B5EF4-FFF2-40B4-BE49-F238E27FC236}">
                <a16:creationId xmlns:a16="http://schemas.microsoft.com/office/drawing/2014/main" id="{F1BA48BE-908D-4A5D-A18B-6B26721B6020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302629"/>
            <a:ext cx="5400675" cy="28353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5437218"/>
      </p:ext>
    </p:extLst>
  </p:cSld>
  <p:clrMapOvr>
    <a:masterClrMapping/>
  </p:clrMapOvr>
  <p:transition spd="slow">
    <p:push dir="u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 – Applications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52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B95FC5-2972-4155-B9DD-1294E71A336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110474"/>
            <a:ext cx="5400000" cy="1219663"/>
          </a:xfrm>
        </p:spPr>
        <p:txBody>
          <a:bodyPr/>
          <a:lstStyle/>
          <a:p>
            <a:r>
              <a:rPr lang="en-AU" b="1" i="1" cap="all" dirty="0"/>
              <a:t>GOOGLE KEEP</a:t>
            </a:r>
          </a:p>
          <a:p>
            <a:r>
              <a:rPr lang="en-AU" dirty="0"/>
              <a:t>Keep is easily </a:t>
            </a:r>
            <a:r>
              <a:rPr lang="en-AU" b="1" i="1" dirty="0"/>
              <a:t>note-taking apps</a:t>
            </a:r>
            <a:r>
              <a:rPr lang="en-AU" dirty="0"/>
              <a:t>, which is designed for quick reminders and shopping lists</a:t>
            </a:r>
          </a:p>
        </p:txBody>
      </p:sp>
      <p:pic>
        <p:nvPicPr>
          <p:cNvPr id="44034" name="Picture 2" descr="Google Keep app">
            <a:extLst>
              <a:ext uri="{FF2B5EF4-FFF2-40B4-BE49-F238E27FC236}">
                <a16:creationId xmlns:a16="http://schemas.microsoft.com/office/drawing/2014/main" id="{B42EAC0B-6119-4186-890F-4EB9C61D6534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1918675"/>
            <a:ext cx="5400675" cy="36032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3908597"/>
      </p:ext>
    </p:extLst>
  </p:cSld>
  <p:clrMapOvr>
    <a:masterClrMapping/>
  </p:clrMapOvr>
  <p:transition spd="slow">
    <p:push dir="u"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 – Applications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53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B95FC5-2972-4155-B9DD-1294E71A336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085796"/>
            <a:ext cx="5400000" cy="1269020"/>
          </a:xfrm>
        </p:spPr>
        <p:txBody>
          <a:bodyPr/>
          <a:lstStyle/>
          <a:p>
            <a:pPr fontAlgn="base"/>
            <a:r>
              <a:rPr lang="en-AU" b="1" i="1" cap="all" dirty="0"/>
              <a:t>WATER DRINK REMINDER</a:t>
            </a:r>
          </a:p>
          <a:p>
            <a:r>
              <a:rPr lang="en-AU" dirty="0"/>
              <a:t>The app knows </a:t>
            </a:r>
            <a:r>
              <a:rPr lang="en-AU" b="1" i="1" dirty="0"/>
              <a:t>how much </a:t>
            </a:r>
            <a:r>
              <a:rPr lang="en-AU" dirty="0"/>
              <a:t>you need to </a:t>
            </a:r>
            <a:r>
              <a:rPr lang="en-AU" b="1" i="1" dirty="0"/>
              <a:t>drink at regular intervals throughout the day</a:t>
            </a:r>
            <a:r>
              <a:rPr lang="en-AU" dirty="0"/>
              <a:t>.</a:t>
            </a:r>
          </a:p>
        </p:txBody>
      </p:sp>
      <p:pic>
        <p:nvPicPr>
          <p:cNvPr id="45058" name="Picture 2" descr="Water Drink Reminder">
            <a:extLst>
              <a:ext uri="{FF2B5EF4-FFF2-40B4-BE49-F238E27FC236}">
                <a16:creationId xmlns:a16="http://schemas.microsoft.com/office/drawing/2014/main" id="{1CE0964D-40F4-4EAB-AF0E-C619560B59EF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1918675"/>
            <a:ext cx="5400675" cy="36032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6675806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 – Applications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54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B95FC5-2972-4155-B9DD-1294E71A336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085796"/>
            <a:ext cx="5400000" cy="1269020"/>
          </a:xfrm>
        </p:spPr>
        <p:txBody>
          <a:bodyPr/>
          <a:lstStyle/>
          <a:p>
            <a:pPr fontAlgn="base"/>
            <a:r>
              <a:rPr lang="en-AU" b="1" i="1" cap="all" dirty="0" err="1"/>
              <a:t>ParKing</a:t>
            </a:r>
            <a:endParaRPr lang="en-AU" b="1" i="1" cap="all" dirty="0"/>
          </a:p>
          <a:p>
            <a:pPr fontAlgn="base"/>
            <a:r>
              <a:rPr lang="en-AU" dirty="0" err="1"/>
              <a:t>ParKing</a:t>
            </a:r>
            <a:r>
              <a:rPr lang="en-AU" dirty="0"/>
              <a:t> lets you record </a:t>
            </a:r>
            <a:r>
              <a:rPr lang="en-AU" b="1" i="1" dirty="0"/>
              <a:t>where you parked your car</a:t>
            </a:r>
            <a:r>
              <a:rPr lang="en-AU" dirty="0"/>
              <a:t>. </a:t>
            </a:r>
          </a:p>
        </p:txBody>
      </p:sp>
      <p:pic>
        <p:nvPicPr>
          <p:cNvPr id="9" name="Content Placeholder 8" descr="A picture containing black, wall, bicycle&#10;&#10;Description automatically generated">
            <a:extLst>
              <a:ext uri="{FF2B5EF4-FFF2-40B4-BE49-F238E27FC236}">
                <a16:creationId xmlns:a16="http://schemas.microsoft.com/office/drawing/2014/main" id="{507309EE-3950-4A7B-97D7-4731AF058D2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5913" y="2203963"/>
            <a:ext cx="5400675" cy="3032686"/>
          </a:xfrm>
        </p:spPr>
      </p:pic>
    </p:spTree>
    <p:extLst>
      <p:ext uri="{BB962C8B-B14F-4D97-AF65-F5344CB8AC3E}">
        <p14:creationId xmlns:p14="http://schemas.microsoft.com/office/powerpoint/2010/main" val="38421022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 – Applications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55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B95FC5-2972-4155-B9DD-1294E71A336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085796"/>
            <a:ext cx="5400000" cy="1269020"/>
          </a:xfrm>
        </p:spPr>
        <p:txBody>
          <a:bodyPr/>
          <a:lstStyle/>
          <a:p>
            <a:pPr fontAlgn="base"/>
            <a:r>
              <a:rPr lang="en-AU" b="1" i="1" cap="all" dirty="0"/>
              <a:t>Seven Minute Workout</a:t>
            </a:r>
          </a:p>
          <a:p>
            <a:pPr fontAlgn="base"/>
            <a:r>
              <a:rPr lang="en-US" altLang="zh-CN" dirty="0"/>
              <a:t>Seven Minute Workout </a:t>
            </a:r>
            <a:r>
              <a:rPr lang="en-US" altLang="zh-CN" dirty="0" err="1"/>
              <a:t>i</a:t>
            </a:r>
            <a:r>
              <a:rPr lang="en-AU" dirty="0"/>
              <a:t>s a quick, neat way to </a:t>
            </a:r>
            <a:r>
              <a:rPr lang="en-AU" b="1" i="1" dirty="0"/>
              <a:t>get a guided workout </a:t>
            </a:r>
            <a:r>
              <a:rPr lang="en-AU" dirty="0"/>
              <a:t>before you go to work. </a:t>
            </a:r>
          </a:p>
        </p:txBody>
      </p:sp>
      <p:pic>
        <p:nvPicPr>
          <p:cNvPr id="11" name="Content Placeholder 10" descr="A picture containing object, watch&#10;&#10;Description automatically generated">
            <a:extLst>
              <a:ext uri="{FF2B5EF4-FFF2-40B4-BE49-F238E27FC236}">
                <a16:creationId xmlns:a16="http://schemas.microsoft.com/office/drawing/2014/main" id="{FE2ED441-1567-4DB0-A963-34DC6F4ED3C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5913" y="2203963"/>
            <a:ext cx="5400675" cy="3032686"/>
          </a:xfrm>
        </p:spPr>
      </p:pic>
    </p:spTree>
    <p:extLst>
      <p:ext uri="{BB962C8B-B14F-4D97-AF65-F5344CB8AC3E}">
        <p14:creationId xmlns:p14="http://schemas.microsoft.com/office/powerpoint/2010/main" val="32662441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 – Source Code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56</a:t>
            </a:fld>
            <a:endParaRPr lang="en-AU" noProof="0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92A797F5-5769-4CDB-BFCA-CC68D36F5ACC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78010" y="1531938"/>
            <a:ext cx="5293854" cy="4376737"/>
          </a:xfrm>
          <a:prstGeom prst="rect">
            <a:avLst/>
          </a:prstGeom>
        </p:spPr>
      </p:pic>
      <p:pic>
        <p:nvPicPr>
          <p:cNvPr id="12" name="Content Placeholder 5">
            <a:extLst>
              <a:ext uri="{FF2B5EF4-FFF2-40B4-BE49-F238E27FC236}">
                <a16:creationId xmlns:a16="http://schemas.microsoft.com/office/drawing/2014/main" id="{42B4C0D8-4E51-424F-B943-AC7392906CC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1196975" y="2353469"/>
            <a:ext cx="3638550" cy="2733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1222932"/>
      </p:ext>
    </p:extLst>
  </p:cSld>
  <p:clrMapOvr>
    <a:masterClrMapping/>
  </p:clrMapOvr>
  <p:transition spd="slow">
    <p:push dir="u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 – Demonstration</a:t>
            </a:r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2BAACC2C-C627-4A13-897E-8530E8FC2D2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 rot="16200000">
            <a:off x="3857169" y="878662"/>
            <a:ext cx="4477662" cy="5970217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57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716072928"/>
      </p:ext>
    </p:extLst>
  </p:cSld>
  <p:clrMapOvr>
    <a:masterClrMapping/>
  </p:clrMapOvr>
  <p:transition spd="slow">
    <p:push dir="u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57882-6DB8-42ED-B0D9-DC5BE2F94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Wear OS – Debugging mode</a:t>
            </a:r>
          </a:p>
        </p:txBody>
      </p:sp>
      <p:pic>
        <p:nvPicPr>
          <p:cNvPr id="13" name="Online Media 12" title="How to Enable Developer Options on Android Wear">
            <a:hlinkClick r:id="" action="ppaction://media"/>
            <a:extLst>
              <a:ext uri="{FF2B5EF4-FFF2-40B4-BE49-F238E27FC236}">
                <a16:creationId xmlns:a16="http://schemas.microsoft.com/office/drawing/2014/main" id="{EE2D370A-D78C-4BB6-994D-2A244BC374BC}"/>
              </a:ext>
            </a:extLst>
          </p:cNvPr>
          <p:cNvPicPr>
            <a:picLocks noGrp="1" noRot="1" noChangeAspect="1"/>
          </p:cNvPicPr>
          <p:nvPr>
            <p:ph idx="1"/>
            <a:videoFile r:link="rId1"/>
          </p:nvPr>
        </p:nvPicPr>
        <p:blipFill>
          <a:blip r:embed="rId4"/>
          <a:stretch>
            <a:fillRect/>
          </a:stretch>
        </p:blipFill>
        <p:spPr>
          <a:xfrm>
            <a:off x="315913" y="2200275"/>
            <a:ext cx="5400675" cy="3038475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5D7FA2-6211-49D3-94BF-161AD98CD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58</a:t>
            </a:fld>
            <a:endParaRPr lang="en-AU" noProof="0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1A853243-2033-4531-A450-AEB9A408FDE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594571"/>
            <a:ext cx="5400000" cy="4249882"/>
          </a:xfrm>
        </p:spPr>
        <p:txBody>
          <a:bodyPr/>
          <a:lstStyle/>
          <a:p>
            <a:r>
              <a:rPr lang="en-AU" b="1" i="1" dirty="0"/>
              <a:t>Enable </a:t>
            </a:r>
            <a:r>
              <a:rPr lang="en-AU" b="1" i="1" dirty="0" err="1"/>
              <a:t>adb</a:t>
            </a:r>
            <a:r>
              <a:rPr lang="en-AU" b="1" i="1" dirty="0"/>
              <a:t> debugging </a:t>
            </a:r>
            <a:r>
              <a:rPr lang="en-AU" dirty="0"/>
              <a:t>on the watch: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Open the </a:t>
            </a:r>
            <a:r>
              <a:rPr lang="en-AU" b="1" dirty="0"/>
              <a:t>Settings</a:t>
            </a:r>
            <a:r>
              <a:rPr lang="en-AU" dirty="0"/>
              <a:t> menu on the watch.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Scroll to the bottom of the menu. If no </a:t>
            </a:r>
            <a:r>
              <a:rPr lang="en-AU" b="1" i="1" dirty="0"/>
              <a:t>Developer options</a:t>
            </a:r>
            <a:r>
              <a:rPr lang="en-AU" dirty="0"/>
              <a:t> item is provided, tap </a:t>
            </a:r>
            <a:r>
              <a:rPr lang="en-AU" b="1" i="1" dirty="0"/>
              <a:t>System</a:t>
            </a:r>
            <a:r>
              <a:rPr lang="en-AU" b="1" dirty="0"/>
              <a:t> </a:t>
            </a:r>
            <a:r>
              <a:rPr lang="en-AU" dirty="0"/>
              <a:t>and then </a:t>
            </a:r>
            <a:r>
              <a:rPr lang="en-AU" b="1" i="1" dirty="0"/>
              <a:t>About</a:t>
            </a:r>
            <a:r>
              <a:rPr lang="en-AU" dirty="0"/>
              <a:t>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Tap the </a:t>
            </a:r>
            <a:r>
              <a:rPr lang="en-AU" b="1" i="1" dirty="0"/>
              <a:t>build number </a:t>
            </a:r>
            <a:r>
              <a:rPr lang="en-AU" dirty="0"/>
              <a:t>7 times.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From the </a:t>
            </a:r>
            <a:r>
              <a:rPr lang="en-AU" b="1" i="1" dirty="0"/>
              <a:t>Settings</a:t>
            </a:r>
            <a:r>
              <a:rPr lang="en-AU" dirty="0"/>
              <a:t> menu, tap </a:t>
            </a:r>
            <a:r>
              <a:rPr lang="en-AU" b="1" i="1" dirty="0"/>
              <a:t>Developer options</a:t>
            </a:r>
            <a:r>
              <a:rPr lang="en-AU" dirty="0"/>
              <a:t>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Enable </a:t>
            </a:r>
            <a:r>
              <a:rPr lang="en-AU" b="1" i="1" dirty="0"/>
              <a:t>ADB debugging</a:t>
            </a:r>
            <a:r>
              <a:rPr lang="en-AU" dirty="0"/>
              <a:t>.</a:t>
            </a:r>
          </a:p>
          <a:p>
            <a:r>
              <a:rPr lang="en-AU" dirty="0">
                <a:hlinkClick r:id="rId5"/>
              </a:rPr>
              <a:t>https://developer.android.com/training/wearables/apps/creating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04963920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D2D066C-839F-4CEC-B761-5FC3C8E7D0F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4E0375-64AE-3D4F-9BCF-AAE77B114F8F}"/>
              </a:ext>
            </a:extLst>
          </p:cNvPr>
          <p:cNvSpPr txBox="1"/>
          <p:nvPr/>
        </p:nvSpPr>
        <p:spPr>
          <a:xfrm>
            <a:off x="585926" y="3524435"/>
            <a:ext cx="505139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N" dirty="0">
                <a:solidFill>
                  <a:schemeClr val="bg1"/>
                </a:solidFill>
              </a:rPr>
              <a:t>If you come early for next tutorial, </a:t>
            </a:r>
          </a:p>
          <a:p>
            <a:r>
              <a:rPr lang="en-US" dirty="0">
                <a:solidFill>
                  <a:schemeClr val="bg1"/>
                </a:solidFill>
              </a:rPr>
              <a:t>p</a:t>
            </a:r>
            <a:r>
              <a:rPr lang="en-CN" dirty="0">
                <a:solidFill>
                  <a:schemeClr val="bg1"/>
                </a:solidFill>
              </a:rPr>
              <a:t>lease re-join the zoom meeting after this call ends. </a:t>
            </a:r>
          </a:p>
        </p:txBody>
      </p:sp>
    </p:spTree>
    <p:extLst>
      <p:ext uri="{BB962C8B-B14F-4D97-AF65-F5344CB8AC3E}">
        <p14:creationId xmlns:p14="http://schemas.microsoft.com/office/powerpoint/2010/main" val="547447302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8FA2EAE-BBE2-4046-9DB6-4706523E0098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A36C238-3559-42C9-B723-DBAB57951AE3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C230D052-C90C-4D80-AACA-CE83386B87DE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9353</TotalTime>
  <Words>1792</Words>
  <Application>Microsoft Macintosh PowerPoint</Application>
  <PresentationFormat>Widescreen</PresentationFormat>
  <Paragraphs>364</Paragraphs>
  <Slides>59</Slides>
  <Notes>37</Notes>
  <HiddenSlides>3</HiddenSlides>
  <MMClips>1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59</vt:i4>
      </vt:variant>
    </vt:vector>
  </HeadingPairs>
  <TitlesOfParts>
    <vt:vector size="65" baseType="lpstr">
      <vt:lpstr>Arial</vt:lpstr>
      <vt:lpstr>Calibri</vt:lpstr>
      <vt:lpstr>Georgia</vt:lpstr>
      <vt:lpstr>University of Melbourne</vt:lpstr>
      <vt:lpstr>University of Melbourne Patterns</vt:lpstr>
      <vt:lpstr>University of Melbourne-Layout B</vt:lpstr>
      <vt:lpstr>PowerPoint Presentation</vt:lpstr>
      <vt:lpstr>Group</vt:lpstr>
      <vt:lpstr>Zoom </vt:lpstr>
      <vt:lpstr>Zoom</vt:lpstr>
      <vt:lpstr>Tips for Group Work</vt:lpstr>
      <vt:lpstr>PowerPoint Presentation</vt:lpstr>
      <vt:lpstr>PowerPoint Presentation</vt:lpstr>
      <vt:lpstr>User Interface</vt:lpstr>
      <vt:lpstr>Activity</vt:lpstr>
      <vt:lpstr>Activity</vt:lpstr>
      <vt:lpstr>Activity – onCreate/onDestroy</vt:lpstr>
      <vt:lpstr>Activity – onStart/onStop</vt:lpstr>
      <vt:lpstr>Activity – onResume/onPause</vt:lpstr>
      <vt:lpstr>PowerPoint Presentation</vt:lpstr>
      <vt:lpstr>Fragment</vt:lpstr>
      <vt:lpstr>Fragment</vt:lpstr>
      <vt:lpstr>Fragment – adding a Fragment to an Activity</vt:lpstr>
      <vt:lpstr>Fragment – adding a Fragment to an Activity</vt:lpstr>
      <vt:lpstr>Fragment – template project</vt:lpstr>
      <vt:lpstr>PowerPoint Presentation</vt:lpstr>
      <vt:lpstr>User Interface – Layout</vt:lpstr>
      <vt:lpstr>User Interface – View</vt:lpstr>
      <vt:lpstr>User Interface – ViewGroup</vt:lpstr>
      <vt:lpstr>User Interface – ViewGroup</vt:lpstr>
      <vt:lpstr>PowerPoint Presentation</vt:lpstr>
      <vt:lpstr>Declare a layout (XML)</vt:lpstr>
      <vt:lpstr>Declare a layout (Runtime)</vt:lpstr>
      <vt:lpstr>PowerPoint Presentation</vt:lpstr>
      <vt:lpstr>Linear Layout</vt:lpstr>
      <vt:lpstr>Linear Layout (Code)</vt:lpstr>
      <vt:lpstr>Relative Layout</vt:lpstr>
      <vt:lpstr>Relative Layout (Code)</vt:lpstr>
      <vt:lpstr>PowerPoint Presentation</vt:lpstr>
      <vt:lpstr>Adapter</vt:lpstr>
      <vt:lpstr>Adapter</vt:lpstr>
      <vt:lpstr>PowerPoint Presentation</vt:lpstr>
      <vt:lpstr>List View</vt:lpstr>
      <vt:lpstr>List View</vt:lpstr>
      <vt:lpstr>List View</vt:lpstr>
      <vt:lpstr>List View</vt:lpstr>
      <vt:lpstr>List View</vt:lpstr>
      <vt:lpstr>List View – Listeners when Clicking Items</vt:lpstr>
      <vt:lpstr>PowerPoint Presentation</vt:lpstr>
      <vt:lpstr>Recycler View</vt:lpstr>
      <vt:lpstr>Recycler View</vt:lpstr>
      <vt:lpstr>Recycler View</vt:lpstr>
      <vt:lpstr>Recycler View</vt:lpstr>
      <vt:lpstr>Recycler View</vt:lpstr>
      <vt:lpstr>Recycler View – Listener when Clicking Items</vt:lpstr>
      <vt:lpstr>PowerPoint Presentation</vt:lpstr>
      <vt:lpstr>Android Wear OS</vt:lpstr>
      <vt:lpstr>Android Wear OS – Applications</vt:lpstr>
      <vt:lpstr>Android Wear OS – Applications</vt:lpstr>
      <vt:lpstr>Android Wear OS – Applications</vt:lpstr>
      <vt:lpstr>Android Wear OS – Applications</vt:lpstr>
      <vt:lpstr>Android Wear OS – Source Code</vt:lpstr>
      <vt:lpstr>Android Wear OS – Demonstration</vt:lpstr>
      <vt:lpstr>Android Wear OS – Debugging mode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蒋 纬炜</cp:lastModifiedBy>
  <cp:revision>162</cp:revision>
  <dcterms:created xsi:type="dcterms:W3CDTF">2017-10-05T06:39:00Z</dcterms:created>
  <dcterms:modified xsi:type="dcterms:W3CDTF">2021-08-03T05:01:53Z</dcterms:modified>
</cp:coreProperties>
</file>